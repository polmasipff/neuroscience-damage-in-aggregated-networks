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CFE94-EB9F-5781-C17C-FC303084E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5567F-2A52-F5F7-6029-F427749DC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0E6909-7B12-48D0-2418-5672AA03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F6084C-A8CB-5CF6-0267-CD4CE62C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84FE9-AA68-17D5-E7E6-E568840D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08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A9F31-41C1-1C93-4C82-04DE0089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667D0F-0E3A-1FFF-577A-33A600AA3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89FCFB-D3D6-437C-62B3-782F8065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EEFF36-A43D-4F14-BE9C-7E122712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782D07-7074-C896-5164-C3CDB080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398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F77FD-C456-7DDE-6C5D-A75FE99D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513E0E-C894-C1A9-27B7-BEA48FD2F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7F126-A1BA-C1C0-AD47-705FD4CB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5A035-D5B8-05DD-6BC4-838C314C2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6D3739-5F39-4CFD-ACD9-E23708F8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811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08E66-C64B-A650-E45A-D04DBE0E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A37E54-2B2A-20E3-2B70-AC6D6FB25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3B9BBB-1CAC-30F3-EFAE-47C81E347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92654A-AB02-D30B-CABF-A6D27161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92DED9-4ED2-A4C7-22AA-98F89237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47E6A6-9932-061A-CF5A-BA1F94ED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418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E4368-90EF-7E2C-D893-00DD4E3E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5126A2-DEED-5828-8C3A-98532FAC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ACE4C9-D048-7FDF-D0E2-C5E2E4585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F0D2C4-88F2-2BF6-E777-84CF682CB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5CF3BF-0469-090F-9CDA-5391C73AD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59FA63-D89D-D725-7F23-E686E187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01D4DF-1168-2704-A685-A9799A9F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694110-B122-7962-0E3B-B72C5AD5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749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AFC8F-98F0-5FE1-0304-E71D7560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AFFA1F-843E-409E-E035-9DF573C6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7A4791-0327-8E12-43C2-BF1B59B7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3C3656-BA20-EFD1-FDD0-57644796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3450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054FC9-11ED-4726-77B6-59C08ECB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EA85CF-7E15-21DB-5122-DCD02135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235EC8-E077-F842-10DF-CDC6D3EB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96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355BA-F3C0-CD25-A8AC-4D1ACFF5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36D66E-8601-6268-F101-97F954CDE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2BF710-DE7F-BAED-3A18-2C794B84F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FA721B-62AE-2A70-AAD3-CAA537C3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8BA34F-5119-3FFA-0940-3D37FF02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01E3AA-C8FE-2310-0332-501DB0C3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93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0AABA-C300-9369-3166-0AABE98A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DF7BBD-4FAC-6568-DE9B-DE29A8FF4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2E1EE5-50E6-B70C-1CBC-538D8BDCC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9EC40-A44A-3A85-5F8E-49FD1018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9F08AB-3F2B-414F-9405-8E91D800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07AA88-6AC8-51C9-8F43-A3058F80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955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51B86-34F1-8A8B-6F10-C16F261B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1B8F0F-23A0-6151-A246-45318003E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EBB1CB-48AA-70D5-60EF-FB046761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7D7CB3-A3DA-58E4-CD0D-0EA9FF4F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94F03C-2E1F-2BDA-2A3E-69740BFF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708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914BEC-845B-D584-5016-262AB96EC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3105F7-B454-8ACD-71FB-24F2C582E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F17448-8E76-F145-EC89-DE42DCEC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196401-07C6-53EC-229A-696AE018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D1B27-36A5-A931-3608-35791047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442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93B393D-E298-9101-3E07-2D91086E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23A010-3EF3-A2D9-0C05-1D132571D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BEE414-9312-5ECA-4A8D-894BAF142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1AC71-25F9-4C56-B927-739D3ADCB37C}" type="datetimeFigureOut">
              <a:rPr lang="es-ES" smtClean="0"/>
              <a:t>03/06/2026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EFF4B1-90A0-A57B-0372-43995000D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7FABCF-73B7-9E89-895D-C92E778BB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34AEF-C048-4764-A0F3-47E8EEB206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227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959E72F-C5DB-6985-63F6-F53CF224E3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7365" y="1552587"/>
            <a:ext cx="5608560" cy="4943475"/>
          </a:xfrm>
          <a:prstGeom prst="rect">
            <a:avLst/>
          </a:prstGeom>
        </p:spPr>
      </p:pic>
      <p:pic>
        <p:nvPicPr>
          <p:cNvPr id="152" name="Imagen 10">
            <a:extLst>
              <a:ext uri="{FF2B5EF4-FFF2-40B4-BE49-F238E27FC236}">
                <a16:creationId xmlns:a16="http://schemas.microsoft.com/office/drawing/2014/main" id="{9A89FF56-386E-3F48-D510-C720FD8B8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914" t="63719" r="63719" b="26914"/>
          <a:stretch>
            <a:fillRect/>
          </a:stretch>
        </p:blipFill>
        <p:spPr>
          <a:xfrm>
            <a:off x="2704045" y="2362396"/>
            <a:ext cx="2214397" cy="1951803"/>
          </a:xfrm>
          <a:prstGeom prst="rect">
            <a:avLst/>
          </a:prstGeom>
        </p:spPr>
      </p:pic>
      <p:sp>
        <p:nvSpPr>
          <p:cNvPr id="153" name="Rectángulo 152">
            <a:extLst>
              <a:ext uri="{FF2B5EF4-FFF2-40B4-BE49-F238E27FC236}">
                <a16:creationId xmlns:a16="http://schemas.microsoft.com/office/drawing/2014/main" id="{27A6521C-48F5-2351-3E29-58D137CD7FF9}"/>
              </a:ext>
            </a:extLst>
          </p:cNvPr>
          <p:cNvSpPr/>
          <p:nvPr/>
        </p:nvSpPr>
        <p:spPr>
          <a:xfrm>
            <a:off x="1706878" y="4702503"/>
            <a:ext cx="525346" cy="463047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0" name="Imagen 8">
            <a:extLst>
              <a:ext uri="{FF2B5EF4-FFF2-40B4-BE49-F238E27FC236}">
                <a16:creationId xmlns:a16="http://schemas.microsoft.com/office/drawing/2014/main" id="{12A4C381-C193-DA38-CF6F-23A232B19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28305" y="1533283"/>
            <a:ext cx="5608560" cy="4943475"/>
          </a:xfrm>
          <a:prstGeom prst="rect">
            <a:avLst/>
          </a:prstGeom>
        </p:spPr>
      </p:pic>
      <p:sp>
        <p:nvSpPr>
          <p:cNvPr id="144" name="Rectángulo 143">
            <a:extLst>
              <a:ext uri="{FF2B5EF4-FFF2-40B4-BE49-F238E27FC236}">
                <a16:creationId xmlns:a16="http://schemas.microsoft.com/office/drawing/2014/main" id="{6BFF7C09-8630-22B2-90FC-DA1B0AD84EE6}"/>
              </a:ext>
            </a:extLst>
          </p:cNvPr>
          <p:cNvSpPr/>
          <p:nvPr/>
        </p:nvSpPr>
        <p:spPr>
          <a:xfrm>
            <a:off x="9512951" y="1205591"/>
            <a:ext cx="245315" cy="254386"/>
          </a:xfrm>
          <a:prstGeom prst="rect">
            <a:avLst/>
          </a:prstGeom>
          <a:solidFill>
            <a:srgbClr val="FFC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CuadroTexto 141">
                <a:extLst>
                  <a:ext uri="{FF2B5EF4-FFF2-40B4-BE49-F238E27FC236}">
                    <a16:creationId xmlns:a16="http://schemas.microsoft.com/office/drawing/2014/main" id="{B9E4F267-ECAC-A814-3F71-775146B51120}"/>
                  </a:ext>
                </a:extLst>
              </p:cNvPr>
              <p:cNvSpPr txBox="1"/>
              <p:nvPr/>
            </p:nvSpPr>
            <p:spPr>
              <a:xfrm>
                <a:off x="8380288" y="1156585"/>
                <a:ext cx="1510093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2" name="CuadroTexto 141">
                <a:extLst>
                  <a:ext uri="{FF2B5EF4-FFF2-40B4-BE49-F238E27FC236}">
                    <a16:creationId xmlns:a16="http://schemas.microsoft.com/office/drawing/2014/main" id="{B9E4F267-ECAC-A814-3F71-775146B5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288" y="1156585"/>
                <a:ext cx="1510093" cy="298928"/>
              </a:xfrm>
              <a:prstGeom prst="rect">
                <a:avLst/>
              </a:prstGeom>
              <a:blipFill>
                <a:blip r:embed="rId4"/>
                <a:stretch>
                  <a:fillRect l="-3644" t="-2041" r="-5668" b="-2653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Rectángulo 147">
            <a:extLst>
              <a:ext uri="{FF2B5EF4-FFF2-40B4-BE49-F238E27FC236}">
                <a16:creationId xmlns:a16="http://schemas.microsoft.com/office/drawing/2014/main" id="{9D5E0D79-D667-2803-4DCC-17ABFE7DE009}"/>
              </a:ext>
            </a:extLst>
          </p:cNvPr>
          <p:cNvSpPr/>
          <p:nvPr/>
        </p:nvSpPr>
        <p:spPr>
          <a:xfrm>
            <a:off x="9512951" y="840205"/>
            <a:ext cx="245315" cy="254386"/>
          </a:xfrm>
          <a:prstGeom prst="rect">
            <a:avLst/>
          </a:prstGeom>
          <a:solidFill>
            <a:srgbClr val="FFC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4BAE007-7720-6EC1-058E-F54BEA2DC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17115" y="1552587"/>
            <a:ext cx="5608560" cy="4943475"/>
          </a:xfrm>
          <a:prstGeom prst="rect">
            <a:avLst/>
          </a:prstGeom>
        </p:spPr>
      </p:pic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84FE7B6-AED9-082D-F49C-5878091FD386}"/>
              </a:ext>
            </a:extLst>
          </p:cNvPr>
          <p:cNvGrpSpPr/>
          <p:nvPr/>
        </p:nvGrpSpPr>
        <p:grpSpPr>
          <a:xfrm>
            <a:off x="7332553" y="780778"/>
            <a:ext cx="1047753" cy="824831"/>
            <a:chOff x="6220767" y="279011"/>
            <a:chExt cx="695356" cy="480207"/>
          </a:xfrm>
          <a:solidFill>
            <a:schemeClr val="tx1"/>
          </a:solidFill>
        </p:grpSpPr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44492F21-FFAF-501A-2D54-712B126950A9}"/>
                </a:ext>
              </a:extLst>
            </p:cNvPr>
            <p:cNvSpPr/>
            <p:nvPr/>
          </p:nvSpPr>
          <p:spPr>
            <a:xfrm>
              <a:off x="6220767" y="279011"/>
              <a:ext cx="695344" cy="436916"/>
            </a:xfrm>
            <a:custGeom>
              <a:avLst/>
              <a:gdLst>
                <a:gd name="csX0" fmla="*/ 0 w 695344"/>
                <a:gd name="csY0" fmla="*/ 436250 h 436916"/>
                <a:gd name="csX1" fmla="*/ 2934 w 695344"/>
                <a:gd name="csY1" fmla="*/ 435840 h 436916"/>
                <a:gd name="csX2" fmla="*/ 3181 w 695344"/>
                <a:gd name="csY2" fmla="*/ 435783 h 436916"/>
                <a:gd name="csX3" fmla="*/ 16707 w 695344"/>
                <a:gd name="csY3" fmla="*/ 432097 h 436916"/>
                <a:gd name="csX4" fmla="*/ 16802 w 695344"/>
                <a:gd name="csY4" fmla="*/ 432068 h 436916"/>
                <a:gd name="csX5" fmla="*/ 19545 w 695344"/>
                <a:gd name="csY5" fmla="*/ 431287 h 436916"/>
                <a:gd name="csX6" fmla="*/ 19688 w 695344"/>
                <a:gd name="csY6" fmla="*/ 431240 h 436916"/>
                <a:gd name="csX7" fmla="*/ 25108 w 695344"/>
                <a:gd name="csY7" fmla="*/ 429582 h 436916"/>
                <a:gd name="csX8" fmla="*/ 25260 w 695344"/>
                <a:gd name="csY8" fmla="*/ 429535 h 436916"/>
                <a:gd name="csX9" fmla="*/ 27937 w 695344"/>
                <a:gd name="csY9" fmla="*/ 428658 h 436916"/>
                <a:gd name="csX10" fmla="*/ 28213 w 695344"/>
                <a:gd name="csY10" fmla="*/ 428563 h 436916"/>
                <a:gd name="csX11" fmla="*/ 33633 w 695344"/>
                <a:gd name="csY11" fmla="*/ 426591 h 436916"/>
                <a:gd name="csX12" fmla="*/ 33861 w 695344"/>
                <a:gd name="csY12" fmla="*/ 426496 h 436916"/>
                <a:gd name="csX13" fmla="*/ 39291 w 695344"/>
                <a:gd name="csY13" fmla="*/ 424334 h 436916"/>
                <a:gd name="csX14" fmla="*/ 39453 w 695344"/>
                <a:gd name="csY14" fmla="*/ 424267 h 436916"/>
                <a:gd name="csX15" fmla="*/ 44872 w 695344"/>
                <a:gd name="csY15" fmla="*/ 421962 h 436916"/>
                <a:gd name="csX16" fmla="*/ 45120 w 695344"/>
                <a:gd name="csY16" fmla="*/ 421858 h 436916"/>
                <a:gd name="csX17" fmla="*/ 47806 w 695344"/>
                <a:gd name="csY17" fmla="*/ 420610 h 436916"/>
                <a:gd name="csX18" fmla="*/ 47949 w 695344"/>
                <a:gd name="csY18" fmla="*/ 420543 h 436916"/>
                <a:gd name="csX19" fmla="*/ 50692 w 695344"/>
                <a:gd name="csY19" fmla="*/ 419210 h 436916"/>
                <a:gd name="csX20" fmla="*/ 50997 w 695344"/>
                <a:gd name="csY20" fmla="*/ 419048 h 436916"/>
                <a:gd name="csX21" fmla="*/ 56359 w 695344"/>
                <a:gd name="csY21" fmla="*/ 416142 h 436916"/>
                <a:gd name="csX22" fmla="*/ 56445 w 695344"/>
                <a:gd name="csY22" fmla="*/ 416104 h 436916"/>
                <a:gd name="csX23" fmla="*/ 59179 w 695344"/>
                <a:gd name="csY23" fmla="*/ 414580 h 436916"/>
                <a:gd name="csX24" fmla="*/ 59303 w 695344"/>
                <a:gd name="csY24" fmla="*/ 414514 h 436916"/>
                <a:gd name="csX25" fmla="*/ 64732 w 695344"/>
                <a:gd name="csY25" fmla="*/ 411380 h 436916"/>
                <a:gd name="csX26" fmla="*/ 64856 w 695344"/>
                <a:gd name="csY26" fmla="*/ 411304 h 436916"/>
                <a:gd name="csX27" fmla="*/ 67532 w 695344"/>
                <a:gd name="csY27" fmla="*/ 409694 h 436916"/>
                <a:gd name="csX28" fmla="*/ 67637 w 695344"/>
                <a:gd name="csY28" fmla="*/ 409627 h 436916"/>
                <a:gd name="csX29" fmla="*/ 70380 w 695344"/>
                <a:gd name="csY29" fmla="*/ 407922 h 436916"/>
                <a:gd name="csX30" fmla="*/ 70618 w 695344"/>
                <a:gd name="csY30" fmla="*/ 407770 h 436916"/>
                <a:gd name="csX31" fmla="*/ 73295 w 695344"/>
                <a:gd name="csY31" fmla="*/ 405979 h 436916"/>
                <a:gd name="csX32" fmla="*/ 73533 w 695344"/>
                <a:gd name="csY32" fmla="*/ 405817 h 436916"/>
                <a:gd name="csX33" fmla="*/ 76219 w 695344"/>
                <a:gd name="csY33" fmla="*/ 403884 h 436916"/>
                <a:gd name="csX34" fmla="*/ 76410 w 695344"/>
                <a:gd name="csY34" fmla="*/ 403731 h 436916"/>
                <a:gd name="csX35" fmla="*/ 84572 w 695344"/>
                <a:gd name="csY35" fmla="*/ 397473 h 436916"/>
                <a:gd name="csX36" fmla="*/ 84630 w 695344"/>
                <a:gd name="csY36" fmla="*/ 397426 h 436916"/>
                <a:gd name="csX37" fmla="*/ 90059 w 695344"/>
                <a:gd name="csY37" fmla="*/ 393187 h 436916"/>
                <a:gd name="csX38" fmla="*/ 90154 w 695344"/>
                <a:gd name="csY38" fmla="*/ 393111 h 436916"/>
                <a:gd name="csX39" fmla="*/ 92840 w 695344"/>
                <a:gd name="csY39" fmla="*/ 390939 h 436916"/>
                <a:gd name="csX40" fmla="*/ 93002 w 695344"/>
                <a:gd name="csY40" fmla="*/ 390806 h 436916"/>
                <a:gd name="csX41" fmla="*/ 98422 w 695344"/>
                <a:gd name="csY41" fmla="*/ 386205 h 436916"/>
                <a:gd name="csX42" fmla="*/ 98746 w 695344"/>
                <a:gd name="csY42" fmla="*/ 385910 h 436916"/>
                <a:gd name="csX43" fmla="*/ 101432 w 695344"/>
                <a:gd name="csY43" fmla="*/ 383377 h 436916"/>
                <a:gd name="csX44" fmla="*/ 101622 w 695344"/>
                <a:gd name="csY44" fmla="*/ 383186 h 436916"/>
                <a:gd name="csX45" fmla="*/ 104365 w 695344"/>
                <a:gd name="csY45" fmla="*/ 380424 h 436916"/>
                <a:gd name="csX46" fmla="*/ 104575 w 695344"/>
                <a:gd name="csY46" fmla="*/ 380205 h 436916"/>
                <a:gd name="csX47" fmla="*/ 110004 w 695344"/>
                <a:gd name="csY47" fmla="*/ 374309 h 436916"/>
                <a:gd name="csX48" fmla="*/ 110071 w 695344"/>
                <a:gd name="csY48" fmla="*/ 374223 h 436916"/>
                <a:gd name="csX49" fmla="*/ 112709 w 695344"/>
                <a:gd name="csY49" fmla="*/ 371289 h 436916"/>
                <a:gd name="csX50" fmla="*/ 118081 w 695344"/>
                <a:gd name="csY50" fmla="*/ 365489 h 436916"/>
                <a:gd name="csX51" fmla="*/ 118215 w 695344"/>
                <a:gd name="csY51" fmla="*/ 365336 h 436916"/>
                <a:gd name="csX52" fmla="*/ 120901 w 695344"/>
                <a:gd name="csY52" fmla="*/ 362298 h 436916"/>
                <a:gd name="csX53" fmla="*/ 120958 w 695344"/>
                <a:gd name="csY53" fmla="*/ 362231 h 436916"/>
                <a:gd name="csX54" fmla="*/ 123701 w 695344"/>
                <a:gd name="csY54" fmla="*/ 359050 h 436916"/>
                <a:gd name="csX55" fmla="*/ 123806 w 695344"/>
                <a:gd name="csY55" fmla="*/ 358926 h 436916"/>
                <a:gd name="csX56" fmla="*/ 129226 w 695344"/>
                <a:gd name="csY56" fmla="*/ 352392 h 436916"/>
                <a:gd name="csX57" fmla="*/ 129350 w 695344"/>
                <a:gd name="csY57" fmla="*/ 352239 h 436916"/>
                <a:gd name="csX58" fmla="*/ 134769 w 695344"/>
                <a:gd name="csY58" fmla="*/ 345372 h 436916"/>
                <a:gd name="csX59" fmla="*/ 134884 w 695344"/>
                <a:gd name="csY59" fmla="*/ 345238 h 436916"/>
                <a:gd name="csX60" fmla="*/ 137560 w 695344"/>
                <a:gd name="csY60" fmla="*/ 341686 h 436916"/>
                <a:gd name="csX61" fmla="*/ 137684 w 695344"/>
                <a:gd name="csY61" fmla="*/ 341533 h 436916"/>
                <a:gd name="csX62" fmla="*/ 140360 w 695344"/>
                <a:gd name="csY62" fmla="*/ 337799 h 436916"/>
                <a:gd name="csX63" fmla="*/ 140427 w 695344"/>
                <a:gd name="csY63" fmla="*/ 337714 h 436916"/>
                <a:gd name="csX64" fmla="*/ 143161 w 695344"/>
                <a:gd name="csY64" fmla="*/ 333799 h 436916"/>
                <a:gd name="csX65" fmla="*/ 143246 w 695344"/>
                <a:gd name="csY65" fmla="*/ 333675 h 436916"/>
                <a:gd name="csX66" fmla="*/ 148676 w 695344"/>
                <a:gd name="csY66" fmla="*/ 325617 h 436916"/>
                <a:gd name="csX67" fmla="*/ 148733 w 695344"/>
                <a:gd name="csY67" fmla="*/ 325522 h 436916"/>
                <a:gd name="csX68" fmla="*/ 151390 w 695344"/>
                <a:gd name="csY68" fmla="*/ 321464 h 436916"/>
                <a:gd name="csX69" fmla="*/ 154105 w 695344"/>
                <a:gd name="csY69" fmla="*/ 317397 h 436916"/>
                <a:gd name="csX70" fmla="*/ 154172 w 695344"/>
                <a:gd name="csY70" fmla="*/ 317292 h 436916"/>
                <a:gd name="csX71" fmla="*/ 156858 w 695344"/>
                <a:gd name="csY71" fmla="*/ 313149 h 436916"/>
                <a:gd name="csX72" fmla="*/ 156896 w 695344"/>
                <a:gd name="csY72" fmla="*/ 313092 h 436916"/>
                <a:gd name="csX73" fmla="*/ 162316 w 695344"/>
                <a:gd name="csY73" fmla="*/ 304576 h 436916"/>
                <a:gd name="csX74" fmla="*/ 162411 w 695344"/>
                <a:gd name="csY74" fmla="*/ 304424 h 436916"/>
                <a:gd name="csX75" fmla="*/ 167831 w 695344"/>
                <a:gd name="csY75" fmla="*/ 295489 h 436916"/>
                <a:gd name="csX76" fmla="*/ 167945 w 695344"/>
                <a:gd name="csY76" fmla="*/ 295299 h 436916"/>
                <a:gd name="csX77" fmla="*/ 170612 w 695344"/>
                <a:gd name="csY77" fmla="*/ 290622 h 436916"/>
                <a:gd name="csX78" fmla="*/ 173345 w 695344"/>
                <a:gd name="csY78" fmla="*/ 285898 h 436916"/>
                <a:gd name="csX79" fmla="*/ 173393 w 695344"/>
                <a:gd name="csY79" fmla="*/ 285802 h 436916"/>
                <a:gd name="csX80" fmla="*/ 176079 w 695344"/>
                <a:gd name="csY80" fmla="*/ 281011 h 436916"/>
                <a:gd name="csX81" fmla="*/ 176127 w 695344"/>
                <a:gd name="csY81" fmla="*/ 280926 h 436916"/>
                <a:gd name="csX82" fmla="*/ 181547 w 695344"/>
                <a:gd name="csY82" fmla="*/ 270982 h 436916"/>
                <a:gd name="csX83" fmla="*/ 181604 w 695344"/>
                <a:gd name="csY83" fmla="*/ 270867 h 436916"/>
                <a:gd name="csX84" fmla="*/ 187023 w 695344"/>
                <a:gd name="csY84" fmla="*/ 260552 h 436916"/>
                <a:gd name="csX85" fmla="*/ 187071 w 695344"/>
                <a:gd name="csY85" fmla="*/ 260466 h 436916"/>
                <a:gd name="csX86" fmla="*/ 189728 w 695344"/>
                <a:gd name="csY86" fmla="*/ 255275 h 436916"/>
                <a:gd name="csX87" fmla="*/ 195120 w 695344"/>
                <a:gd name="csY87" fmla="*/ 245112 h 436916"/>
                <a:gd name="csX88" fmla="*/ 195129 w 695344"/>
                <a:gd name="csY88" fmla="*/ 245073 h 436916"/>
                <a:gd name="csX89" fmla="*/ 197806 w 695344"/>
                <a:gd name="csY89" fmla="*/ 239978 h 436916"/>
                <a:gd name="csX90" fmla="*/ 200539 w 695344"/>
                <a:gd name="csY90" fmla="*/ 234844 h 436916"/>
                <a:gd name="csX91" fmla="*/ 200597 w 695344"/>
                <a:gd name="csY91" fmla="*/ 234729 h 436916"/>
                <a:gd name="csX92" fmla="*/ 203273 w 695344"/>
                <a:gd name="csY92" fmla="*/ 229491 h 436916"/>
                <a:gd name="csX93" fmla="*/ 205997 w 695344"/>
                <a:gd name="csY93" fmla="*/ 224214 h 436916"/>
                <a:gd name="csX94" fmla="*/ 206083 w 695344"/>
                <a:gd name="csY94" fmla="*/ 224042 h 436916"/>
                <a:gd name="csX95" fmla="*/ 211503 w 695344"/>
                <a:gd name="csY95" fmla="*/ 212946 h 436916"/>
                <a:gd name="csX96" fmla="*/ 211531 w 695344"/>
                <a:gd name="csY96" fmla="*/ 212908 h 436916"/>
                <a:gd name="csX97" fmla="*/ 214179 w 695344"/>
                <a:gd name="csY97" fmla="*/ 207402 h 436916"/>
                <a:gd name="csX98" fmla="*/ 219561 w 695344"/>
                <a:gd name="csY98" fmla="*/ 196744 h 436916"/>
                <a:gd name="csX99" fmla="*/ 219570 w 695344"/>
                <a:gd name="csY99" fmla="*/ 196725 h 436916"/>
                <a:gd name="csX100" fmla="*/ 222256 w 695344"/>
                <a:gd name="csY100" fmla="*/ 191381 h 436916"/>
                <a:gd name="csX101" fmla="*/ 222285 w 695344"/>
                <a:gd name="csY101" fmla="*/ 191324 h 436916"/>
                <a:gd name="csX102" fmla="*/ 225028 w 695344"/>
                <a:gd name="csY102" fmla="*/ 185752 h 436916"/>
                <a:gd name="csX103" fmla="*/ 225085 w 695344"/>
                <a:gd name="csY103" fmla="*/ 185618 h 436916"/>
                <a:gd name="csX104" fmla="*/ 227752 w 695344"/>
                <a:gd name="csY104" fmla="*/ 179932 h 436916"/>
                <a:gd name="csX105" fmla="*/ 233143 w 695344"/>
                <a:gd name="csY105" fmla="*/ 168683 h 436916"/>
                <a:gd name="csX106" fmla="*/ 235858 w 695344"/>
                <a:gd name="csY106" fmla="*/ 163206 h 436916"/>
                <a:gd name="csX107" fmla="*/ 235877 w 695344"/>
                <a:gd name="csY107" fmla="*/ 163168 h 436916"/>
                <a:gd name="csX108" fmla="*/ 238544 w 695344"/>
                <a:gd name="csY108" fmla="*/ 157720 h 436916"/>
                <a:gd name="csX109" fmla="*/ 241173 w 695344"/>
                <a:gd name="csY109" fmla="*/ 152424 h 436916"/>
                <a:gd name="csX110" fmla="*/ 246526 w 695344"/>
                <a:gd name="csY110" fmla="*/ 142203 h 436916"/>
                <a:gd name="csX111" fmla="*/ 249231 w 695344"/>
                <a:gd name="csY111" fmla="*/ 137250 h 436916"/>
                <a:gd name="csX112" fmla="*/ 249288 w 695344"/>
                <a:gd name="csY112" fmla="*/ 137146 h 436916"/>
                <a:gd name="csX113" fmla="*/ 254708 w 695344"/>
                <a:gd name="csY113" fmla="*/ 126878 h 436916"/>
                <a:gd name="csX114" fmla="*/ 254784 w 695344"/>
                <a:gd name="csY114" fmla="*/ 126725 h 436916"/>
                <a:gd name="csX115" fmla="*/ 260099 w 695344"/>
                <a:gd name="csY115" fmla="*/ 116134 h 436916"/>
                <a:gd name="csX116" fmla="*/ 265443 w 695344"/>
                <a:gd name="csY116" fmla="*/ 106113 h 436916"/>
                <a:gd name="csX117" fmla="*/ 268148 w 695344"/>
                <a:gd name="csY117" fmla="*/ 101246 h 436916"/>
                <a:gd name="csX118" fmla="*/ 268195 w 695344"/>
                <a:gd name="csY118" fmla="*/ 101160 h 436916"/>
                <a:gd name="csX119" fmla="*/ 276273 w 695344"/>
                <a:gd name="csY119" fmla="*/ 86196 h 436916"/>
                <a:gd name="csX120" fmla="*/ 278854 w 695344"/>
                <a:gd name="csY120" fmla="*/ 81577 h 436916"/>
                <a:gd name="csX121" fmla="*/ 281511 w 695344"/>
                <a:gd name="csY121" fmla="*/ 77157 h 436916"/>
                <a:gd name="csX122" fmla="*/ 284150 w 695344"/>
                <a:gd name="csY122" fmla="*/ 72861 h 436916"/>
                <a:gd name="csX123" fmla="*/ 289446 w 695344"/>
                <a:gd name="csY123" fmla="*/ 64499 h 436916"/>
                <a:gd name="csX124" fmla="*/ 292046 w 695344"/>
                <a:gd name="csY124" fmla="*/ 60736 h 436916"/>
                <a:gd name="csX125" fmla="*/ 294599 w 695344"/>
                <a:gd name="csY125" fmla="*/ 57193 h 436916"/>
                <a:gd name="csX126" fmla="*/ 297123 w 695344"/>
                <a:gd name="csY126" fmla="*/ 53935 h 436916"/>
                <a:gd name="csX127" fmla="*/ 299799 w 695344"/>
                <a:gd name="csY127" fmla="*/ 50649 h 436916"/>
                <a:gd name="csX128" fmla="*/ 299923 w 695344"/>
                <a:gd name="csY128" fmla="*/ 50487 h 436916"/>
                <a:gd name="csX129" fmla="*/ 307838 w 695344"/>
                <a:gd name="csY129" fmla="*/ 40276 h 436916"/>
                <a:gd name="csX130" fmla="*/ 310201 w 695344"/>
                <a:gd name="csY130" fmla="*/ 37657 h 436916"/>
                <a:gd name="csX131" fmla="*/ 312506 w 695344"/>
                <a:gd name="csY131" fmla="*/ 35409 h 436916"/>
                <a:gd name="csX132" fmla="*/ 314925 w 695344"/>
                <a:gd name="csY132" fmla="*/ 33333 h 436916"/>
                <a:gd name="csX133" fmla="*/ 320088 w 695344"/>
                <a:gd name="csY133" fmla="*/ 29208 h 436916"/>
                <a:gd name="csX134" fmla="*/ 322745 w 695344"/>
                <a:gd name="csY134" fmla="*/ 27199 h 436916"/>
                <a:gd name="csX135" fmla="*/ 322878 w 695344"/>
                <a:gd name="csY135" fmla="*/ 27094 h 436916"/>
                <a:gd name="csX136" fmla="*/ 325393 w 695344"/>
                <a:gd name="csY136" fmla="*/ 25113 h 436916"/>
                <a:gd name="csX137" fmla="*/ 327908 w 695344"/>
                <a:gd name="csY137" fmla="*/ 23341 h 436916"/>
                <a:gd name="csX138" fmla="*/ 330298 w 695344"/>
                <a:gd name="csY138" fmla="*/ 21693 h 436916"/>
                <a:gd name="csX139" fmla="*/ 332546 w 695344"/>
                <a:gd name="csY139" fmla="*/ 20379 h 436916"/>
                <a:gd name="csX140" fmla="*/ 334537 w 695344"/>
                <a:gd name="csY140" fmla="*/ 19379 h 436916"/>
                <a:gd name="csX141" fmla="*/ 336375 w 695344"/>
                <a:gd name="csY141" fmla="*/ 18721 h 436916"/>
                <a:gd name="csX142" fmla="*/ 338538 w 695344"/>
                <a:gd name="csY142" fmla="*/ 18169 h 436916"/>
                <a:gd name="csX143" fmla="*/ 340966 w 695344"/>
                <a:gd name="csY143" fmla="*/ 17674 h 436916"/>
                <a:gd name="csX144" fmla="*/ 343433 w 695344"/>
                <a:gd name="csY144" fmla="*/ 17216 h 436916"/>
                <a:gd name="csX145" fmla="*/ 345710 w 695344"/>
                <a:gd name="csY145" fmla="*/ 16902 h 436916"/>
                <a:gd name="csX146" fmla="*/ 348091 w 695344"/>
                <a:gd name="csY146" fmla="*/ 16702 h 436916"/>
                <a:gd name="csX147" fmla="*/ 350215 w 695344"/>
                <a:gd name="csY147" fmla="*/ 16597 h 436916"/>
                <a:gd name="csX148" fmla="*/ 351796 w 695344"/>
                <a:gd name="csY148" fmla="*/ 16674 h 436916"/>
                <a:gd name="csX149" fmla="*/ 353216 w 695344"/>
                <a:gd name="csY149" fmla="*/ 16988 h 436916"/>
                <a:gd name="csX150" fmla="*/ 355063 w 695344"/>
                <a:gd name="csY150" fmla="*/ 17721 h 436916"/>
                <a:gd name="csX151" fmla="*/ 360255 w 695344"/>
                <a:gd name="csY151" fmla="*/ 20093 h 436916"/>
                <a:gd name="csX152" fmla="*/ 362617 w 695344"/>
                <a:gd name="csY152" fmla="*/ 21207 h 436916"/>
                <a:gd name="csX153" fmla="*/ 364684 w 695344"/>
                <a:gd name="csY153" fmla="*/ 22408 h 436916"/>
                <a:gd name="csX154" fmla="*/ 366922 w 695344"/>
                <a:gd name="csY154" fmla="*/ 23989 h 436916"/>
                <a:gd name="csX155" fmla="*/ 369475 w 695344"/>
                <a:gd name="csY155" fmla="*/ 25960 h 436916"/>
                <a:gd name="csX156" fmla="*/ 377504 w 695344"/>
                <a:gd name="csY156" fmla="*/ 32352 h 436916"/>
                <a:gd name="csX157" fmla="*/ 379971 w 695344"/>
                <a:gd name="csY157" fmla="*/ 34342 h 436916"/>
                <a:gd name="csX158" fmla="*/ 382295 w 695344"/>
                <a:gd name="csY158" fmla="*/ 36543 h 436916"/>
                <a:gd name="csX159" fmla="*/ 384705 w 695344"/>
                <a:gd name="csY159" fmla="*/ 39010 h 436916"/>
                <a:gd name="csX160" fmla="*/ 387086 w 695344"/>
                <a:gd name="csY160" fmla="*/ 41829 h 436916"/>
                <a:gd name="csX161" fmla="*/ 389620 w 695344"/>
                <a:gd name="csY161" fmla="*/ 45087 h 436916"/>
                <a:gd name="csX162" fmla="*/ 392249 w 695344"/>
                <a:gd name="csY162" fmla="*/ 48630 h 436916"/>
                <a:gd name="csX163" fmla="*/ 394878 w 695344"/>
                <a:gd name="csY163" fmla="*/ 52326 h 436916"/>
                <a:gd name="csX164" fmla="*/ 394954 w 695344"/>
                <a:gd name="csY164" fmla="*/ 52440 h 436916"/>
                <a:gd name="csX165" fmla="*/ 397659 w 695344"/>
                <a:gd name="csY165" fmla="*/ 56117 h 436916"/>
                <a:gd name="csX166" fmla="*/ 403003 w 695344"/>
                <a:gd name="csY166" fmla="*/ 63613 h 436916"/>
                <a:gd name="csX167" fmla="*/ 405622 w 695344"/>
                <a:gd name="csY167" fmla="*/ 67423 h 436916"/>
                <a:gd name="csX168" fmla="*/ 408251 w 695344"/>
                <a:gd name="csY168" fmla="*/ 71357 h 436916"/>
                <a:gd name="csX169" fmla="*/ 410928 w 695344"/>
                <a:gd name="csY169" fmla="*/ 75443 h 436916"/>
                <a:gd name="csX170" fmla="*/ 416262 w 695344"/>
                <a:gd name="csY170" fmla="*/ 83920 h 436916"/>
                <a:gd name="csX171" fmla="*/ 418871 w 695344"/>
                <a:gd name="csY171" fmla="*/ 88273 h 436916"/>
                <a:gd name="csX172" fmla="*/ 421500 w 695344"/>
                <a:gd name="csY172" fmla="*/ 92778 h 436916"/>
                <a:gd name="csX173" fmla="*/ 424053 w 695344"/>
                <a:gd name="csY173" fmla="*/ 97598 h 436916"/>
                <a:gd name="csX174" fmla="*/ 426682 w 695344"/>
                <a:gd name="csY174" fmla="*/ 102875 h 436916"/>
                <a:gd name="csX175" fmla="*/ 432092 w 695344"/>
                <a:gd name="csY175" fmla="*/ 113867 h 436916"/>
                <a:gd name="csX176" fmla="*/ 432216 w 695344"/>
                <a:gd name="csY176" fmla="*/ 114095 h 436916"/>
                <a:gd name="csX177" fmla="*/ 434950 w 695344"/>
                <a:gd name="csY177" fmla="*/ 119248 h 436916"/>
                <a:gd name="csX178" fmla="*/ 434978 w 695344"/>
                <a:gd name="csY178" fmla="*/ 119305 h 436916"/>
                <a:gd name="csX179" fmla="*/ 440350 w 695344"/>
                <a:gd name="csY179" fmla="*/ 129249 h 436916"/>
                <a:gd name="csX180" fmla="*/ 442960 w 695344"/>
                <a:gd name="csY180" fmla="*/ 134393 h 436916"/>
                <a:gd name="csX181" fmla="*/ 445608 w 695344"/>
                <a:gd name="csY181" fmla="*/ 139822 h 436916"/>
                <a:gd name="csX182" fmla="*/ 445646 w 695344"/>
                <a:gd name="csY182" fmla="*/ 139889 h 436916"/>
                <a:gd name="csX183" fmla="*/ 448380 w 695344"/>
                <a:gd name="csY183" fmla="*/ 145347 h 436916"/>
                <a:gd name="csX184" fmla="*/ 453771 w 695344"/>
                <a:gd name="csY184" fmla="*/ 156243 h 436916"/>
                <a:gd name="csX185" fmla="*/ 459143 w 695344"/>
                <a:gd name="csY185" fmla="*/ 167473 h 436916"/>
                <a:gd name="csX186" fmla="*/ 461801 w 695344"/>
                <a:gd name="csY186" fmla="*/ 173226 h 436916"/>
                <a:gd name="csX187" fmla="*/ 461848 w 695344"/>
                <a:gd name="csY187" fmla="*/ 173341 h 436916"/>
                <a:gd name="csX188" fmla="*/ 464591 w 695344"/>
                <a:gd name="csY188" fmla="*/ 179046 h 436916"/>
                <a:gd name="csX189" fmla="*/ 464610 w 695344"/>
                <a:gd name="csY189" fmla="*/ 179084 h 436916"/>
                <a:gd name="csX190" fmla="*/ 467287 w 695344"/>
                <a:gd name="csY190" fmla="*/ 184609 h 436916"/>
                <a:gd name="csX191" fmla="*/ 467325 w 695344"/>
                <a:gd name="csY191" fmla="*/ 184685 h 436916"/>
                <a:gd name="csX192" fmla="*/ 470011 w 695344"/>
                <a:gd name="csY192" fmla="*/ 190067 h 436916"/>
                <a:gd name="csX193" fmla="*/ 470049 w 695344"/>
                <a:gd name="csY193" fmla="*/ 190162 h 436916"/>
                <a:gd name="csX194" fmla="*/ 472754 w 695344"/>
                <a:gd name="csY194" fmla="*/ 195439 h 436916"/>
                <a:gd name="csX195" fmla="*/ 478136 w 695344"/>
                <a:gd name="csY195" fmla="*/ 206392 h 436916"/>
                <a:gd name="csX196" fmla="*/ 480803 w 695344"/>
                <a:gd name="csY196" fmla="*/ 211936 h 436916"/>
                <a:gd name="csX197" fmla="*/ 480860 w 695344"/>
                <a:gd name="csY197" fmla="*/ 212060 h 436916"/>
                <a:gd name="csX198" fmla="*/ 486280 w 695344"/>
                <a:gd name="csY198" fmla="*/ 222880 h 436916"/>
                <a:gd name="csX199" fmla="*/ 486299 w 695344"/>
                <a:gd name="csY199" fmla="*/ 222909 h 436916"/>
                <a:gd name="csX200" fmla="*/ 488975 w 695344"/>
                <a:gd name="csY200" fmla="*/ 228205 h 436916"/>
                <a:gd name="csX201" fmla="*/ 489023 w 695344"/>
                <a:gd name="csY201" fmla="*/ 228300 h 436916"/>
                <a:gd name="csX202" fmla="*/ 491757 w 695344"/>
                <a:gd name="csY202" fmla="*/ 233529 h 436916"/>
                <a:gd name="csX203" fmla="*/ 494433 w 695344"/>
                <a:gd name="csY203" fmla="*/ 238711 h 436916"/>
                <a:gd name="csX204" fmla="*/ 494481 w 695344"/>
                <a:gd name="csY204" fmla="*/ 238806 h 436916"/>
                <a:gd name="csX205" fmla="*/ 497205 w 695344"/>
                <a:gd name="csY205" fmla="*/ 243940 h 436916"/>
                <a:gd name="csX206" fmla="*/ 499882 w 695344"/>
                <a:gd name="csY206" fmla="*/ 249036 h 436916"/>
                <a:gd name="csX207" fmla="*/ 499901 w 695344"/>
                <a:gd name="csY207" fmla="*/ 249074 h 436916"/>
                <a:gd name="csX208" fmla="*/ 502606 w 695344"/>
                <a:gd name="csY208" fmla="*/ 254170 h 436916"/>
                <a:gd name="csX209" fmla="*/ 505244 w 695344"/>
                <a:gd name="csY209" fmla="*/ 259323 h 436916"/>
                <a:gd name="csX210" fmla="*/ 507902 w 695344"/>
                <a:gd name="csY210" fmla="*/ 264676 h 436916"/>
                <a:gd name="csX211" fmla="*/ 507959 w 695344"/>
                <a:gd name="csY211" fmla="*/ 264790 h 436916"/>
                <a:gd name="csX212" fmla="*/ 510702 w 695344"/>
                <a:gd name="csY212" fmla="*/ 270086 h 436916"/>
                <a:gd name="csX213" fmla="*/ 510740 w 695344"/>
                <a:gd name="csY213" fmla="*/ 270153 h 436916"/>
                <a:gd name="csX214" fmla="*/ 513417 w 695344"/>
                <a:gd name="csY214" fmla="*/ 275220 h 436916"/>
                <a:gd name="csX215" fmla="*/ 513550 w 695344"/>
                <a:gd name="csY215" fmla="*/ 275458 h 436916"/>
                <a:gd name="csX216" fmla="*/ 516293 w 695344"/>
                <a:gd name="csY216" fmla="*/ 280249 h 436916"/>
                <a:gd name="csX217" fmla="*/ 516360 w 695344"/>
                <a:gd name="csY217" fmla="*/ 280364 h 436916"/>
                <a:gd name="csX218" fmla="*/ 519036 w 695344"/>
                <a:gd name="csY218" fmla="*/ 284878 h 436916"/>
                <a:gd name="csX219" fmla="*/ 519122 w 695344"/>
                <a:gd name="csY219" fmla="*/ 285012 h 436916"/>
                <a:gd name="csX220" fmla="*/ 521837 w 695344"/>
                <a:gd name="csY220" fmla="*/ 289403 h 436916"/>
                <a:gd name="csX221" fmla="*/ 527180 w 695344"/>
                <a:gd name="csY221" fmla="*/ 298204 h 436916"/>
                <a:gd name="csX222" fmla="*/ 527190 w 695344"/>
                <a:gd name="csY222" fmla="*/ 298223 h 436916"/>
                <a:gd name="csX223" fmla="*/ 532619 w 695344"/>
                <a:gd name="csY223" fmla="*/ 307110 h 436916"/>
                <a:gd name="csX224" fmla="*/ 532686 w 695344"/>
                <a:gd name="csY224" fmla="*/ 307224 h 436916"/>
                <a:gd name="csX225" fmla="*/ 538105 w 695344"/>
                <a:gd name="csY225" fmla="*/ 315797 h 436916"/>
                <a:gd name="csX226" fmla="*/ 538220 w 695344"/>
                <a:gd name="csY226" fmla="*/ 315968 h 436916"/>
                <a:gd name="csX227" fmla="*/ 540963 w 695344"/>
                <a:gd name="csY227" fmla="*/ 320064 h 436916"/>
                <a:gd name="csX228" fmla="*/ 540991 w 695344"/>
                <a:gd name="csY228" fmla="*/ 320111 h 436916"/>
                <a:gd name="csX229" fmla="*/ 546354 w 695344"/>
                <a:gd name="csY229" fmla="*/ 328027 h 436916"/>
                <a:gd name="csX230" fmla="*/ 546402 w 695344"/>
                <a:gd name="csY230" fmla="*/ 328093 h 436916"/>
                <a:gd name="csX231" fmla="*/ 549116 w 695344"/>
                <a:gd name="csY231" fmla="*/ 332027 h 436916"/>
                <a:gd name="csX232" fmla="*/ 551774 w 695344"/>
                <a:gd name="csY232" fmla="*/ 335952 h 436916"/>
                <a:gd name="csX233" fmla="*/ 551850 w 695344"/>
                <a:gd name="csY233" fmla="*/ 336056 h 436916"/>
                <a:gd name="csX234" fmla="*/ 554593 w 695344"/>
                <a:gd name="csY234" fmla="*/ 339971 h 436916"/>
                <a:gd name="csX235" fmla="*/ 554622 w 695344"/>
                <a:gd name="csY235" fmla="*/ 340019 h 436916"/>
                <a:gd name="csX236" fmla="*/ 557308 w 695344"/>
                <a:gd name="csY236" fmla="*/ 343791 h 436916"/>
                <a:gd name="csX237" fmla="*/ 557441 w 695344"/>
                <a:gd name="csY237" fmla="*/ 343981 h 436916"/>
                <a:gd name="csX238" fmla="*/ 562870 w 695344"/>
                <a:gd name="csY238" fmla="*/ 351172 h 436916"/>
                <a:gd name="csX239" fmla="*/ 563032 w 695344"/>
                <a:gd name="csY239" fmla="*/ 351382 h 436916"/>
                <a:gd name="csX240" fmla="*/ 568452 w 695344"/>
                <a:gd name="csY240" fmla="*/ 358107 h 436916"/>
                <a:gd name="csX241" fmla="*/ 568538 w 695344"/>
                <a:gd name="csY241" fmla="*/ 358202 h 436916"/>
                <a:gd name="csX242" fmla="*/ 571214 w 695344"/>
                <a:gd name="csY242" fmla="*/ 361421 h 436916"/>
                <a:gd name="csX243" fmla="*/ 571310 w 695344"/>
                <a:gd name="csY243" fmla="*/ 361536 h 436916"/>
                <a:gd name="csX244" fmla="*/ 574053 w 695344"/>
                <a:gd name="csY244" fmla="*/ 364717 h 436916"/>
                <a:gd name="csX245" fmla="*/ 574110 w 695344"/>
                <a:gd name="csY245" fmla="*/ 364784 h 436916"/>
                <a:gd name="csX246" fmla="*/ 576796 w 695344"/>
                <a:gd name="csY246" fmla="*/ 367822 h 436916"/>
                <a:gd name="csX247" fmla="*/ 576891 w 695344"/>
                <a:gd name="csY247" fmla="*/ 367936 h 436916"/>
                <a:gd name="csX248" fmla="*/ 579634 w 695344"/>
                <a:gd name="csY248" fmla="*/ 370927 h 436916"/>
                <a:gd name="csX249" fmla="*/ 579711 w 695344"/>
                <a:gd name="csY249" fmla="*/ 371013 h 436916"/>
                <a:gd name="csX250" fmla="*/ 582387 w 695344"/>
                <a:gd name="csY250" fmla="*/ 373861 h 436916"/>
                <a:gd name="csX251" fmla="*/ 582597 w 695344"/>
                <a:gd name="csY251" fmla="*/ 374080 h 436916"/>
                <a:gd name="csX252" fmla="*/ 585292 w 695344"/>
                <a:gd name="csY252" fmla="*/ 376747 h 436916"/>
                <a:gd name="csX253" fmla="*/ 590607 w 695344"/>
                <a:gd name="csY253" fmla="*/ 382186 h 436916"/>
                <a:gd name="csX254" fmla="*/ 590798 w 695344"/>
                <a:gd name="csY254" fmla="*/ 382376 h 436916"/>
                <a:gd name="csX255" fmla="*/ 593541 w 695344"/>
                <a:gd name="csY255" fmla="*/ 384996 h 436916"/>
                <a:gd name="csX256" fmla="*/ 593636 w 695344"/>
                <a:gd name="csY256" fmla="*/ 385091 h 436916"/>
                <a:gd name="csX257" fmla="*/ 596322 w 695344"/>
                <a:gd name="csY257" fmla="*/ 387577 h 436916"/>
                <a:gd name="csX258" fmla="*/ 596503 w 695344"/>
                <a:gd name="csY258" fmla="*/ 387739 h 436916"/>
                <a:gd name="csX259" fmla="*/ 599246 w 695344"/>
                <a:gd name="csY259" fmla="*/ 390139 h 436916"/>
                <a:gd name="csX260" fmla="*/ 599361 w 695344"/>
                <a:gd name="csY260" fmla="*/ 390235 h 436916"/>
                <a:gd name="csX261" fmla="*/ 602047 w 695344"/>
                <a:gd name="csY261" fmla="*/ 392492 h 436916"/>
                <a:gd name="csX262" fmla="*/ 602266 w 695344"/>
                <a:gd name="csY262" fmla="*/ 392673 h 436916"/>
                <a:gd name="csX263" fmla="*/ 610372 w 695344"/>
                <a:gd name="csY263" fmla="*/ 399026 h 436916"/>
                <a:gd name="csX264" fmla="*/ 610410 w 695344"/>
                <a:gd name="csY264" fmla="*/ 399064 h 436916"/>
                <a:gd name="csX265" fmla="*/ 615839 w 695344"/>
                <a:gd name="csY265" fmla="*/ 403255 h 436916"/>
                <a:gd name="csX266" fmla="*/ 616048 w 695344"/>
                <a:gd name="csY266" fmla="*/ 403417 h 436916"/>
                <a:gd name="csX267" fmla="*/ 618792 w 695344"/>
                <a:gd name="csY267" fmla="*/ 405398 h 436916"/>
                <a:gd name="csX268" fmla="*/ 619030 w 695344"/>
                <a:gd name="csY268" fmla="*/ 405560 h 436916"/>
                <a:gd name="csX269" fmla="*/ 621716 w 695344"/>
                <a:gd name="csY269" fmla="*/ 407360 h 436916"/>
                <a:gd name="csX270" fmla="*/ 622135 w 695344"/>
                <a:gd name="csY270" fmla="*/ 407627 h 436916"/>
                <a:gd name="csX271" fmla="*/ 627517 w 695344"/>
                <a:gd name="csY271" fmla="*/ 410780 h 436916"/>
                <a:gd name="csX272" fmla="*/ 630164 w 695344"/>
                <a:gd name="csY272" fmla="*/ 412371 h 436916"/>
                <a:gd name="csX273" fmla="*/ 630317 w 695344"/>
                <a:gd name="csY273" fmla="*/ 412456 h 436916"/>
                <a:gd name="csX274" fmla="*/ 632974 w 695344"/>
                <a:gd name="csY274" fmla="*/ 413980 h 436916"/>
                <a:gd name="csX275" fmla="*/ 635584 w 695344"/>
                <a:gd name="csY275" fmla="*/ 415542 h 436916"/>
                <a:gd name="csX276" fmla="*/ 635927 w 695344"/>
                <a:gd name="csY276" fmla="*/ 415742 h 436916"/>
                <a:gd name="csX277" fmla="*/ 638670 w 695344"/>
                <a:gd name="csY277" fmla="*/ 417209 h 436916"/>
                <a:gd name="csX278" fmla="*/ 638794 w 695344"/>
                <a:gd name="csY278" fmla="*/ 417286 h 436916"/>
                <a:gd name="csX279" fmla="*/ 641480 w 695344"/>
                <a:gd name="csY279" fmla="*/ 418667 h 436916"/>
                <a:gd name="csX280" fmla="*/ 641814 w 695344"/>
                <a:gd name="csY280" fmla="*/ 418829 h 436916"/>
                <a:gd name="csX281" fmla="*/ 647243 w 695344"/>
                <a:gd name="csY281" fmla="*/ 421315 h 436916"/>
                <a:gd name="csX282" fmla="*/ 647481 w 695344"/>
                <a:gd name="csY282" fmla="*/ 421419 h 436916"/>
                <a:gd name="csX283" fmla="*/ 650138 w 695344"/>
                <a:gd name="csY283" fmla="*/ 422543 h 436916"/>
                <a:gd name="csX284" fmla="*/ 652739 w 695344"/>
                <a:gd name="csY284" fmla="*/ 423696 h 436916"/>
                <a:gd name="csX285" fmla="*/ 652986 w 695344"/>
                <a:gd name="csY285" fmla="*/ 423801 h 436916"/>
                <a:gd name="csX286" fmla="*/ 658406 w 695344"/>
                <a:gd name="csY286" fmla="*/ 426020 h 436916"/>
                <a:gd name="csX287" fmla="*/ 658635 w 695344"/>
                <a:gd name="csY287" fmla="*/ 426106 h 436916"/>
                <a:gd name="csX288" fmla="*/ 664064 w 695344"/>
                <a:gd name="csY288" fmla="*/ 428134 h 436916"/>
                <a:gd name="csX289" fmla="*/ 664150 w 695344"/>
                <a:gd name="csY289" fmla="*/ 428163 h 436916"/>
                <a:gd name="csX290" fmla="*/ 666836 w 695344"/>
                <a:gd name="csY290" fmla="*/ 429135 h 436916"/>
                <a:gd name="csX291" fmla="*/ 666979 w 695344"/>
                <a:gd name="csY291" fmla="*/ 429182 h 436916"/>
                <a:gd name="csX292" fmla="*/ 672398 w 695344"/>
                <a:gd name="csY292" fmla="*/ 431021 h 436916"/>
                <a:gd name="csX293" fmla="*/ 672646 w 695344"/>
                <a:gd name="csY293" fmla="*/ 431106 h 436916"/>
                <a:gd name="csX294" fmla="*/ 678066 w 695344"/>
                <a:gd name="csY294" fmla="*/ 432764 h 436916"/>
                <a:gd name="csX295" fmla="*/ 678294 w 695344"/>
                <a:gd name="csY295" fmla="*/ 432830 h 436916"/>
                <a:gd name="csX296" fmla="*/ 680971 w 695344"/>
                <a:gd name="csY296" fmla="*/ 433564 h 436916"/>
                <a:gd name="csX297" fmla="*/ 681133 w 695344"/>
                <a:gd name="csY297" fmla="*/ 433602 h 436916"/>
                <a:gd name="csX298" fmla="*/ 689296 w 695344"/>
                <a:gd name="csY298" fmla="*/ 435678 h 436916"/>
                <a:gd name="csX299" fmla="*/ 689458 w 695344"/>
                <a:gd name="csY299" fmla="*/ 435716 h 436916"/>
                <a:gd name="csX300" fmla="*/ 695344 w 695344"/>
                <a:gd name="csY300" fmla="*/ 436917 h 436916"/>
                <a:gd name="csX301" fmla="*/ 695344 w 695344"/>
                <a:gd name="csY301" fmla="*/ 420314 h 436916"/>
                <a:gd name="csX302" fmla="*/ 685286 w 695344"/>
                <a:gd name="csY302" fmla="*/ 417552 h 436916"/>
                <a:gd name="csX303" fmla="*/ 682800 w 695344"/>
                <a:gd name="csY303" fmla="*/ 416866 h 436916"/>
                <a:gd name="csX304" fmla="*/ 677609 w 695344"/>
                <a:gd name="csY304" fmla="*/ 415285 h 436916"/>
                <a:gd name="csX305" fmla="*/ 672379 w 695344"/>
                <a:gd name="csY305" fmla="*/ 413504 h 436916"/>
                <a:gd name="csX306" fmla="*/ 669817 w 695344"/>
                <a:gd name="csY306" fmla="*/ 412580 h 436916"/>
                <a:gd name="csX307" fmla="*/ 664559 w 695344"/>
                <a:gd name="csY307" fmla="*/ 410618 h 436916"/>
                <a:gd name="csX308" fmla="*/ 659378 w 695344"/>
                <a:gd name="csY308" fmla="*/ 408503 h 436916"/>
                <a:gd name="csX309" fmla="*/ 656815 w 695344"/>
                <a:gd name="csY309" fmla="*/ 407360 h 436916"/>
                <a:gd name="csX310" fmla="*/ 656644 w 695344"/>
                <a:gd name="csY310" fmla="*/ 407284 h 436916"/>
                <a:gd name="csX311" fmla="*/ 654034 w 695344"/>
                <a:gd name="csY311" fmla="*/ 406189 h 436916"/>
                <a:gd name="csX312" fmla="*/ 648900 w 695344"/>
                <a:gd name="csY312" fmla="*/ 403836 h 436916"/>
                <a:gd name="csX313" fmla="*/ 646452 w 695344"/>
                <a:gd name="csY313" fmla="*/ 402579 h 436916"/>
                <a:gd name="csX314" fmla="*/ 643957 w 695344"/>
                <a:gd name="csY314" fmla="*/ 401226 h 436916"/>
                <a:gd name="csX315" fmla="*/ 641442 w 695344"/>
                <a:gd name="csY315" fmla="*/ 399721 h 436916"/>
                <a:gd name="csX316" fmla="*/ 641280 w 695344"/>
                <a:gd name="csY316" fmla="*/ 399626 h 436916"/>
                <a:gd name="csX317" fmla="*/ 638623 w 695344"/>
                <a:gd name="csY317" fmla="*/ 398112 h 436916"/>
                <a:gd name="csX318" fmla="*/ 636022 w 695344"/>
                <a:gd name="csY318" fmla="*/ 396540 h 436916"/>
                <a:gd name="csX319" fmla="*/ 635937 w 695344"/>
                <a:gd name="csY319" fmla="*/ 396492 h 436916"/>
                <a:gd name="csX320" fmla="*/ 630736 w 695344"/>
                <a:gd name="csY320" fmla="*/ 393444 h 436916"/>
                <a:gd name="csX321" fmla="*/ 628383 w 695344"/>
                <a:gd name="csY321" fmla="*/ 391873 h 436916"/>
                <a:gd name="csX322" fmla="*/ 625869 w 695344"/>
                <a:gd name="csY322" fmla="*/ 390054 h 436916"/>
                <a:gd name="csX323" fmla="*/ 620573 w 695344"/>
                <a:gd name="csY323" fmla="*/ 385967 h 436916"/>
                <a:gd name="csX324" fmla="*/ 612610 w 695344"/>
                <a:gd name="csY324" fmla="*/ 379709 h 436916"/>
                <a:gd name="csX325" fmla="*/ 610095 w 695344"/>
                <a:gd name="csY325" fmla="*/ 377595 h 436916"/>
                <a:gd name="csX326" fmla="*/ 607505 w 695344"/>
                <a:gd name="csY326" fmla="*/ 375337 h 436916"/>
                <a:gd name="csX327" fmla="*/ 604961 w 695344"/>
                <a:gd name="csY327" fmla="*/ 372975 h 436916"/>
                <a:gd name="csX328" fmla="*/ 602371 w 695344"/>
                <a:gd name="csY328" fmla="*/ 370489 h 436916"/>
                <a:gd name="csX329" fmla="*/ 597094 w 695344"/>
                <a:gd name="csY329" fmla="*/ 365108 h 436916"/>
                <a:gd name="csX330" fmla="*/ 597008 w 695344"/>
                <a:gd name="csY330" fmla="*/ 365022 h 436916"/>
                <a:gd name="csX331" fmla="*/ 594370 w 695344"/>
                <a:gd name="csY331" fmla="*/ 362402 h 436916"/>
                <a:gd name="csX332" fmla="*/ 591826 w 695344"/>
                <a:gd name="csY332" fmla="*/ 359697 h 436916"/>
                <a:gd name="csX333" fmla="*/ 589178 w 695344"/>
                <a:gd name="csY333" fmla="*/ 356802 h 436916"/>
                <a:gd name="csX334" fmla="*/ 586578 w 695344"/>
                <a:gd name="csY334" fmla="*/ 353849 h 436916"/>
                <a:gd name="csX335" fmla="*/ 583911 w 695344"/>
                <a:gd name="csY335" fmla="*/ 350763 h 436916"/>
                <a:gd name="csX336" fmla="*/ 581320 w 695344"/>
                <a:gd name="csY336" fmla="*/ 347648 h 436916"/>
                <a:gd name="csX337" fmla="*/ 576024 w 695344"/>
                <a:gd name="csY337" fmla="*/ 341076 h 436916"/>
                <a:gd name="csX338" fmla="*/ 570748 w 695344"/>
                <a:gd name="csY338" fmla="*/ 334094 h 436916"/>
                <a:gd name="csX339" fmla="*/ 568157 w 695344"/>
                <a:gd name="csY339" fmla="*/ 330437 h 436916"/>
                <a:gd name="csX340" fmla="*/ 565471 w 695344"/>
                <a:gd name="csY340" fmla="*/ 326598 h 436916"/>
                <a:gd name="csX341" fmla="*/ 562823 w 695344"/>
                <a:gd name="csY341" fmla="*/ 322693 h 436916"/>
                <a:gd name="csX342" fmla="*/ 562775 w 695344"/>
                <a:gd name="csY342" fmla="*/ 322626 h 436916"/>
                <a:gd name="csX343" fmla="*/ 560061 w 695344"/>
                <a:gd name="csY343" fmla="*/ 318702 h 436916"/>
                <a:gd name="csX344" fmla="*/ 554736 w 695344"/>
                <a:gd name="csY344" fmla="*/ 310834 h 436916"/>
                <a:gd name="csX345" fmla="*/ 552060 w 695344"/>
                <a:gd name="csY345" fmla="*/ 306843 h 436916"/>
                <a:gd name="csX346" fmla="*/ 546735 w 695344"/>
                <a:gd name="csY346" fmla="*/ 298423 h 436916"/>
                <a:gd name="csX347" fmla="*/ 541353 w 695344"/>
                <a:gd name="csY347" fmla="*/ 289603 h 436916"/>
                <a:gd name="csX348" fmla="*/ 535991 w 695344"/>
                <a:gd name="csY348" fmla="*/ 280764 h 436916"/>
                <a:gd name="csX349" fmla="*/ 535953 w 695344"/>
                <a:gd name="csY349" fmla="*/ 280697 h 436916"/>
                <a:gd name="csX350" fmla="*/ 533257 w 695344"/>
                <a:gd name="csY350" fmla="*/ 276344 h 436916"/>
                <a:gd name="csX351" fmla="*/ 530647 w 695344"/>
                <a:gd name="csY351" fmla="*/ 271953 h 436916"/>
                <a:gd name="csX352" fmla="*/ 528009 w 695344"/>
                <a:gd name="csY352" fmla="*/ 267343 h 436916"/>
                <a:gd name="csX353" fmla="*/ 525409 w 695344"/>
                <a:gd name="csY353" fmla="*/ 262428 h 436916"/>
                <a:gd name="csX354" fmla="*/ 522713 w 695344"/>
                <a:gd name="csY354" fmla="*/ 257227 h 436916"/>
                <a:gd name="csX355" fmla="*/ 520065 w 695344"/>
                <a:gd name="csY355" fmla="*/ 251893 h 436916"/>
                <a:gd name="csX356" fmla="*/ 520027 w 695344"/>
                <a:gd name="csY356" fmla="*/ 251817 h 436916"/>
                <a:gd name="csX357" fmla="*/ 517341 w 695344"/>
                <a:gd name="csY357" fmla="*/ 246569 h 436916"/>
                <a:gd name="csX358" fmla="*/ 517284 w 695344"/>
                <a:gd name="csY358" fmla="*/ 246455 h 436916"/>
                <a:gd name="csX359" fmla="*/ 514550 w 695344"/>
                <a:gd name="csY359" fmla="*/ 241311 h 436916"/>
                <a:gd name="csX360" fmla="*/ 511883 w 695344"/>
                <a:gd name="csY360" fmla="*/ 236225 h 436916"/>
                <a:gd name="csX361" fmla="*/ 511854 w 695344"/>
                <a:gd name="csY361" fmla="*/ 236187 h 436916"/>
                <a:gd name="csX362" fmla="*/ 509140 w 695344"/>
                <a:gd name="csY362" fmla="*/ 231072 h 436916"/>
                <a:gd name="csX363" fmla="*/ 506482 w 695344"/>
                <a:gd name="csY363" fmla="*/ 225909 h 436916"/>
                <a:gd name="csX364" fmla="*/ 506463 w 695344"/>
                <a:gd name="csY364" fmla="*/ 225871 h 436916"/>
                <a:gd name="csX365" fmla="*/ 503749 w 695344"/>
                <a:gd name="csY365" fmla="*/ 220670 h 436916"/>
                <a:gd name="csX366" fmla="*/ 501101 w 695344"/>
                <a:gd name="csY366" fmla="*/ 215432 h 436916"/>
                <a:gd name="csX367" fmla="*/ 495710 w 695344"/>
                <a:gd name="csY367" fmla="*/ 204688 h 436916"/>
                <a:gd name="csX368" fmla="*/ 493062 w 695344"/>
                <a:gd name="csY368" fmla="*/ 199173 h 436916"/>
                <a:gd name="csX369" fmla="*/ 493033 w 695344"/>
                <a:gd name="csY369" fmla="*/ 199115 h 436916"/>
                <a:gd name="csX370" fmla="*/ 487613 w 695344"/>
                <a:gd name="csY370" fmla="*/ 188066 h 436916"/>
                <a:gd name="csX371" fmla="*/ 487547 w 695344"/>
                <a:gd name="csY371" fmla="*/ 187933 h 436916"/>
                <a:gd name="csX372" fmla="*/ 484822 w 695344"/>
                <a:gd name="csY372" fmla="*/ 182637 h 436916"/>
                <a:gd name="csX373" fmla="*/ 482184 w 695344"/>
                <a:gd name="csY373" fmla="*/ 177332 h 436916"/>
                <a:gd name="csX374" fmla="*/ 479527 w 695344"/>
                <a:gd name="csY374" fmla="*/ 171855 h 436916"/>
                <a:gd name="csX375" fmla="*/ 476821 w 695344"/>
                <a:gd name="csY375" fmla="*/ 166216 h 436916"/>
                <a:gd name="csX376" fmla="*/ 474164 w 695344"/>
                <a:gd name="csY376" fmla="*/ 160472 h 436916"/>
                <a:gd name="csX377" fmla="*/ 474116 w 695344"/>
                <a:gd name="csY377" fmla="*/ 160368 h 436916"/>
                <a:gd name="csX378" fmla="*/ 468697 w 695344"/>
                <a:gd name="csY378" fmla="*/ 149042 h 436916"/>
                <a:gd name="csX379" fmla="*/ 468649 w 695344"/>
                <a:gd name="csY379" fmla="*/ 148947 h 436916"/>
                <a:gd name="csX380" fmla="*/ 463229 w 695344"/>
                <a:gd name="csY380" fmla="*/ 137984 h 436916"/>
                <a:gd name="csX381" fmla="*/ 463210 w 695344"/>
                <a:gd name="csY381" fmla="*/ 137955 h 436916"/>
                <a:gd name="csX382" fmla="*/ 460486 w 695344"/>
                <a:gd name="csY382" fmla="*/ 132507 h 436916"/>
                <a:gd name="csX383" fmla="*/ 457819 w 695344"/>
                <a:gd name="csY383" fmla="*/ 127059 h 436916"/>
                <a:gd name="csX384" fmla="*/ 457771 w 695344"/>
                <a:gd name="csY384" fmla="*/ 126954 h 436916"/>
                <a:gd name="csX385" fmla="*/ 455095 w 695344"/>
                <a:gd name="csY385" fmla="*/ 121658 h 436916"/>
                <a:gd name="csX386" fmla="*/ 454990 w 695344"/>
                <a:gd name="csY386" fmla="*/ 121468 h 436916"/>
                <a:gd name="csX387" fmla="*/ 449580 w 695344"/>
                <a:gd name="csY387" fmla="*/ 111447 h 436916"/>
                <a:gd name="csX388" fmla="*/ 446913 w 695344"/>
                <a:gd name="csY388" fmla="*/ 106428 h 436916"/>
                <a:gd name="csX389" fmla="*/ 441550 w 695344"/>
                <a:gd name="csY389" fmla="*/ 95541 h 436916"/>
                <a:gd name="csX390" fmla="*/ 441531 w 695344"/>
                <a:gd name="csY390" fmla="*/ 95502 h 436916"/>
                <a:gd name="csX391" fmla="*/ 438855 w 695344"/>
                <a:gd name="csY391" fmla="*/ 90121 h 436916"/>
                <a:gd name="csX392" fmla="*/ 438760 w 695344"/>
                <a:gd name="csY392" fmla="*/ 89930 h 436916"/>
                <a:gd name="csX393" fmla="*/ 436074 w 695344"/>
                <a:gd name="csY393" fmla="*/ 84863 h 436916"/>
                <a:gd name="csX394" fmla="*/ 435912 w 695344"/>
                <a:gd name="csY394" fmla="*/ 84568 h 436916"/>
                <a:gd name="csX395" fmla="*/ 433168 w 695344"/>
                <a:gd name="csY395" fmla="*/ 79872 h 436916"/>
                <a:gd name="csX396" fmla="*/ 433111 w 695344"/>
                <a:gd name="csY396" fmla="*/ 79777 h 436916"/>
                <a:gd name="csX397" fmla="*/ 430435 w 695344"/>
                <a:gd name="csY397" fmla="*/ 75319 h 436916"/>
                <a:gd name="csX398" fmla="*/ 430340 w 695344"/>
                <a:gd name="csY398" fmla="*/ 75167 h 436916"/>
                <a:gd name="csX399" fmla="*/ 424920 w 695344"/>
                <a:gd name="csY399" fmla="*/ 66556 h 436916"/>
                <a:gd name="csX400" fmla="*/ 424844 w 695344"/>
                <a:gd name="csY400" fmla="*/ 66432 h 436916"/>
                <a:gd name="csX401" fmla="*/ 422100 w 695344"/>
                <a:gd name="csY401" fmla="*/ 62241 h 436916"/>
                <a:gd name="csX402" fmla="*/ 422053 w 695344"/>
                <a:gd name="csY402" fmla="*/ 62165 h 436916"/>
                <a:gd name="csX403" fmla="*/ 419367 w 695344"/>
                <a:gd name="csY403" fmla="*/ 58164 h 436916"/>
                <a:gd name="csX404" fmla="*/ 419319 w 695344"/>
                <a:gd name="csY404" fmla="*/ 58088 h 436916"/>
                <a:gd name="csX405" fmla="*/ 416643 w 695344"/>
                <a:gd name="csY405" fmla="*/ 54173 h 436916"/>
                <a:gd name="csX406" fmla="*/ 416547 w 695344"/>
                <a:gd name="csY406" fmla="*/ 54040 h 436916"/>
                <a:gd name="csX407" fmla="*/ 411128 w 695344"/>
                <a:gd name="csY407" fmla="*/ 46449 h 436916"/>
                <a:gd name="csX408" fmla="*/ 411061 w 695344"/>
                <a:gd name="csY408" fmla="*/ 46353 h 436916"/>
                <a:gd name="csX409" fmla="*/ 408356 w 695344"/>
                <a:gd name="csY409" fmla="*/ 42677 h 436916"/>
                <a:gd name="csX410" fmla="*/ 405717 w 695344"/>
                <a:gd name="csY410" fmla="*/ 38952 h 436916"/>
                <a:gd name="csX411" fmla="*/ 405613 w 695344"/>
                <a:gd name="csY411" fmla="*/ 38810 h 436916"/>
                <a:gd name="csX412" fmla="*/ 402869 w 695344"/>
                <a:gd name="csY412" fmla="*/ 35123 h 436916"/>
                <a:gd name="csX413" fmla="*/ 402765 w 695344"/>
                <a:gd name="csY413" fmla="*/ 34981 h 436916"/>
                <a:gd name="csX414" fmla="*/ 400079 w 695344"/>
                <a:gd name="csY414" fmla="*/ 31533 h 436916"/>
                <a:gd name="csX415" fmla="*/ 399869 w 695344"/>
                <a:gd name="csY415" fmla="*/ 31266 h 436916"/>
                <a:gd name="csX416" fmla="*/ 397183 w 695344"/>
                <a:gd name="csY416" fmla="*/ 28094 h 436916"/>
                <a:gd name="csX417" fmla="*/ 396783 w 695344"/>
                <a:gd name="csY417" fmla="*/ 27646 h 436916"/>
                <a:gd name="csX418" fmla="*/ 394049 w 695344"/>
                <a:gd name="csY418" fmla="*/ 24836 h 436916"/>
                <a:gd name="csX419" fmla="*/ 393802 w 695344"/>
                <a:gd name="csY419" fmla="*/ 24598 h 436916"/>
                <a:gd name="csX420" fmla="*/ 391125 w 695344"/>
                <a:gd name="csY420" fmla="*/ 22065 h 436916"/>
                <a:gd name="csX421" fmla="*/ 390639 w 695344"/>
                <a:gd name="csY421" fmla="*/ 21646 h 436916"/>
                <a:gd name="csX422" fmla="*/ 387896 w 695344"/>
                <a:gd name="csY422" fmla="*/ 19436 h 436916"/>
                <a:gd name="csX423" fmla="*/ 387848 w 695344"/>
                <a:gd name="csY423" fmla="*/ 19398 h 436916"/>
                <a:gd name="csX424" fmla="*/ 379752 w 695344"/>
                <a:gd name="csY424" fmla="*/ 12949 h 436916"/>
                <a:gd name="csX425" fmla="*/ 379657 w 695344"/>
                <a:gd name="csY425" fmla="*/ 12883 h 436916"/>
                <a:gd name="csX426" fmla="*/ 376914 w 695344"/>
                <a:gd name="csY426" fmla="*/ 10758 h 436916"/>
                <a:gd name="csX427" fmla="*/ 376619 w 695344"/>
                <a:gd name="csY427" fmla="*/ 10539 h 436916"/>
                <a:gd name="csX428" fmla="*/ 373932 w 695344"/>
                <a:gd name="csY428" fmla="*/ 8653 h 436916"/>
                <a:gd name="csX429" fmla="*/ 373342 w 695344"/>
                <a:gd name="csY429" fmla="*/ 8272 h 436916"/>
                <a:gd name="csX430" fmla="*/ 370665 w 695344"/>
                <a:gd name="csY430" fmla="*/ 6710 h 436916"/>
                <a:gd name="csX431" fmla="*/ 370008 w 695344"/>
                <a:gd name="csY431" fmla="*/ 6367 h 436916"/>
                <a:gd name="csX432" fmla="*/ 367274 w 695344"/>
                <a:gd name="csY432" fmla="*/ 5072 h 436916"/>
                <a:gd name="csX433" fmla="*/ 367198 w 695344"/>
                <a:gd name="csY433" fmla="*/ 5043 h 436916"/>
                <a:gd name="csX434" fmla="*/ 361779 w 695344"/>
                <a:gd name="csY434" fmla="*/ 2557 h 436916"/>
                <a:gd name="csX435" fmla="*/ 361369 w 695344"/>
                <a:gd name="csY435" fmla="*/ 2376 h 436916"/>
                <a:gd name="csX436" fmla="*/ 358683 w 695344"/>
                <a:gd name="csY436" fmla="*/ 1319 h 436916"/>
                <a:gd name="csX437" fmla="*/ 357407 w 695344"/>
                <a:gd name="csY437" fmla="*/ 929 h 436916"/>
                <a:gd name="csX438" fmla="*/ 354673 w 695344"/>
                <a:gd name="csY438" fmla="*/ 329 h 436916"/>
                <a:gd name="csX439" fmla="*/ 353330 w 695344"/>
                <a:gd name="csY439" fmla="*/ 148 h 436916"/>
                <a:gd name="csX440" fmla="*/ 350644 w 695344"/>
                <a:gd name="csY440" fmla="*/ 14 h 436916"/>
                <a:gd name="csX441" fmla="*/ 349787 w 695344"/>
                <a:gd name="csY441" fmla="*/ 14 h 436916"/>
                <a:gd name="csX442" fmla="*/ 347110 w 695344"/>
                <a:gd name="csY442" fmla="*/ 148 h 436916"/>
                <a:gd name="csX443" fmla="*/ 346843 w 695344"/>
                <a:gd name="csY443" fmla="*/ 167 h 436916"/>
                <a:gd name="csX444" fmla="*/ 344100 w 695344"/>
                <a:gd name="csY444" fmla="*/ 405 h 436916"/>
                <a:gd name="csX445" fmla="*/ 343672 w 695344"/>
                <a:gd name="csY445" fmla="*/ 452 h 436916"/>
                <a:gd name="csX446" fmla="*/ 340985 w 695344"/>
                <a:gd name="csY446" fmla="*/ 814 h 436916"/>
                <a:gd name="csX447" fmla="*/ 340604 w 695344"/>
                <a:gd name="csY447" fmla="*/ 881 h 436916"/>
                <a:gd name="csX448" fmla="*/ 337871 w 695344"/>
                <a:gd name="csY448" fmla="*/ 1386 h 436916"/>
                <a:gd name="csX449" fmla="*/ 337699 w 695344"/>
                <a:gd name="csY449" fmla="*/ 1414 h 436916"/>
                <a:gd name="csX450" fmla="*/ 335023 w 695344"/>
                <a:gd name="csY450" fmla="*/ 1967 h 436916"/>
                <a:gd name="csX451" fmla="*/ 334661 w 695344"/>
                <a:gd name="csY451" fmla="*/ 2053 h 436916"/>
                <a:gd name="csX452" fmla="*/ 331927 w 695344"/>
                <a:gd name="csY452" fmla="*/ 2738 h 436916"/>
                <a:gd name="csX453" fmla="*/ 331137 w 695344"/>
                <a:gd name="csY453" fmla="*/ 2986 h 436916"/>
                <a:gd name="csX454" fmla="*/ 328460 w 695344"/>
                <a:gd name="csY454" fmla="*/ 3948 h 436916"/>
                <a:gd name="csX455" fmla="*/ 327574 w 695344"/>
                <a:gd name="csY455" fmla="*/ 4329 h 436916"/>
                <a:gd name="csX456" fmla="*/ 324888 w 695344"/>
                <a:gd name="csY456" fmla="*/ 5663 h 436916"/>
                <a:gd name="csX457" fmla="*/ 324383 w 695344"/>
                <a:gd name="csY457" fmla="*/ 5939 h 436916"/>
                <a:gd name="csX458" fmla="*/ 321640 w 695344"/>
                <a:gd name="csY458" fmla="*/ 7549 h 436916"/>
                <a:gd name="csX459" fmla="*/ 321154 w 695344"/>
                <a:gd name="csY459" fmla="*/ 7863 h 436916"/>
                <a:gd name="csX460" fmla="*/ 318468 w 695344"/>
                <a:gd name="csY460" fmla="*/ 9701 h 436916"/>
                <a:gd name="csX461" fmla="*/ 318383 w 695344"/>
                <a:gd name="csY461" fmla="*/ 9768 h 436916"/>
                <a:gd name="csX462" fmla="*/ 315649 w 695344"/>
                <a:gd name="csY462" fmla="*/ 11701 h 436916"/>
                <a:gd name="csX463" fmla="*/ 315287 w 695344"/>
                <a:gd name="csY463" fmla="*/ 11968 h 436916"/>
                <a:gd name="csX464" fmla="*/ 312677 w 695344"/>
                <a:gd name="csY464" fmla="*/ 14026 h 436916"/>
                <a:gd name="csX465" fmla="*/ 310001 w 695344"/>
                <a:gd name="csY465" fmla="*/ 16045 h 436916"/>
                <a:gd name="csX466" fmla="*/ 309829 w 695344"/>
                <a:gd name="csY466" fmla="*/ 16188 h 436916"/>
                <a:gd name="csX467" fmla="*/ 304467 w 695344"/>
                <a:gd name="csY467" fmla="*/ 20464 h 436916"/>
                <a:gd name="csX468" fmla="*/ 304248 w 695344"/>
                <a:gd name="csY468" fmla="*/ 20645 h 436916"/>
                <a:gd name="csX469" fmla="*/ 301504 w 695344"/>
                <a:gd name="csY469" fmla="*/ 22998 h 436916"/>
                <a:gd name="csX470" fmla="*/ 301104 w 695344"/>
                <a:gd name="csY470" fmla="*/ 23370 h 436916"/>
                <a:gd name="csX471" fmla="*/ 298418 w 695344"/>
                <a:gd name="csY471" fmla="*/ 25989 h 436916"/>
                <a:gd name="csX472" fmla="*/ 298066 w 695344"/>
                <a:gd name="csY472" fmla="*/ 26370 h 436916"/>
                <a:gd name="csX473" fmla="*/ 295323 w 695344"/>
                <a:gd name="csY473" fmla="*/ 29408 h 436916"/>
                <a:gd name="csX474" fmla="*/ 294923 w 695344"/>
                <a:gd name="csY474" fmla="*/ 29875 h 436916"/>
                <a:gd name="csX475" fmla="*/ 286883 w 695344"/>
                <a:gd name="csY475" fmla="*/ 40248 h 436916"/>
                <a:gd name="csX476" fmla="*/ 284207 w 695344"/>
                <a:gd name="csY476" fmla="*/ 43534 h 436916"/>
                <a:gd name="csX477" fmla="*/ 284083 w 695344"/>
                <a:gd name="csY477" fmla="*/ 43686 h 436916"/>
                <a:gd name="csX478" fmla="*/ 281407 w 695344"/>
                <a:gd name="csY478" fmla="*/ 47144 h 436916"/>
                <a:gd name="csX479" fmla="*/ 281226 w 695344"/>
                <a:gd name="csY479" fmla="*/ 47392 h 436916"/>
                <a:gd name="csX480" fmla="*/ 278540 w 695344"/>
                <a:gd name="csY480" fmla="*/ 51116 h 436916"/>
                <a:gd name="csX481" fmla="*/ 278454 w 695344"/>
                <a:gd name="csY481" fmla="*/ 51240 h 436916"/>
                <a:gd name="csX482" fmla="*/ 275711 w 695344"/>
                <a:gd name="csY482" fmla="*/ 55202 h 436916"/>
                <a:gd name="csX483" fmla="*/ 275530 w 695344"/>
                <a:gd name="csY483" fmla="*/ 55488 h 436916"/>
                <a:gd name="csX484" fmla="*/ 270100 w 695344"/>
                <a:gd name="csY484" fmla="*/ 64051 h 436916"/>
                <a:gd name="csX485" fmla="*/ 270043 w 695344"/>
                <a:gd name="csY485" fmla="*/ 64146 h 436916"/>
                <a:gd name="csX486" fmla="*/ 267357 w 695344"/>
                <a:gd name="csY486" fmla="*/ 68528 h 436916"/>
                <a:gd name="csX487" fmla="*/ 267319 w 695344"/>
                <a:gd name="csY487" fmla="*/ 68585 h 436916"/>
                <a:gd name="csX488" fmla="*/ 264585 w 695344"/>
                <a:gd name="csY488" fmla="*/ 73147 h 436916"/>
                <a:gd name="csX489" fmla="*/ 264452 w 695344"/>
                <a:gd name="csY489" fmla="*/ 73366 h 436916"/>
                <a:gd name="csX490" fmla="*/ 261776 w 695344"/>
                <a:gd name="csY490" fmla="*/ 78157 h 436916"/>
                <a:gd name="csX491" fmla="*/ 261709 w 695344"/>
                <a:gd name="csY491" fmla="*/ 78272 h 436916"/>
                <a:gd name="csX492" fmla="*/ 253632 w 695344"/>
                <a:gd name="csY492" fmla="*/ 93235 h 436916"/>
                <a:gd name="csX493" fmla="*/ 250917 w 695344"/>
                <a:gd name="csY493" fmla="*/ 98122 h 436916"/>
                <a:gd name="csX494" fmla="*/ 250841 w 695344"/>
                <a:gd name="csY494" fmla="*/ 98246 h 436916"/>
                <a:gd name="csX495" fmla="*/ 245421 w 695344"/>
                <a:gd name="csY495" fmla="*/ 108428 h 436916"/>
                <a:gd name="csX496" fmla="*/ 245335 w 695344"/>
                <a:gd name="csY496" fmla="*/ 108609 h 436916"/>
                <a:gd name="csX497" fmla="*/ 240001 w 695344"/>
                <a:gd name="csY497" fmla="*/ 119210 h 436916"/>
                <a:gd name="csX498" fmla="*/ 234648 w 695344"/>
                <a:gd name="csY498" fmla="*/ 129354 h 436916"/>
                <a:gd name="csX499" fmla="*/ 231934 w 695344"/>
                <a:gd name="csY499" fmla="*/ 134326 h 436916"/>
                <a:gd name="csX500" fmla="*/ 231867 w 695344"/>
                <a:gd name="csY500" fmla="*/ 134450 h 436916"/>
                <a:gd name="csX501" fmla="*/ 226447 w 695344"/>
                <a:gd name="csY501" fmla="*/ 144813 h 436916"/>
                <a:gd name="csX502" fmla="*/ 226371 w 695344"/>
                <a:gd name="csY502" fmla="*/ 144966 h 436916"/>
                <a:gd name="csX503" fmla="*/ 223685 w 695344"/>
                <a:gd name="csY503" fmla="*/ 150357 h 436916"/>
                <a:gd name="csX504" fmla="*/ 223666 w 695344"/>
                <a:gd name="csY504" fmla="*/ 150405 h 436916"/>
                <a:gd name="csX505" fmla="*/ 220990 w 695344"/>
                <a:gd name="csY505" fmla="*/ 155862 h 436916"/>
                <a:gd name="csX506" fmla="*/ 218265 w 695344"/>
                <a:gd name="csY506" fmla="*/ 161368 h 436916"/>
                <a:gd name="csX507" fmla="*/ 218208 w 695344"/>
                <a:gd name="csY507" fmla="*/ 161473 h 436916"/>
                <a:gd name="csX508" fmla="*/ 212789 w 695344"/>
                <a:gd name="csY508" fmla="*/ 172807 h 436916"/>
                <a:gd name="csX509" fmla="*/ 212760 w 695344"/>
                <a:gd name="csY509" fmla="*/ 172855 h 436916"/>
                <a:gd name="csX510" fmla="*/ 210112 w 695344"/>
                <a:gd name="csY510" fmla="*/ 178503 h 436916"/>
                <a:gd name="csX511" fmla="*/ 207416 w 695344"/>
                <a:gd name="csY511" fmla="*/ 183980 h 436916"/>
                <a:gd name="csX512" fmla="*/ 204759 w 695344"/>
                <a:gd name="csY512" fmla="*/ 189276 h 436916"/>
                <a:gd name="csX513" fmla="*/ 199339 w 695344"/>
                <a:gd name="csY513" fmla="*/ 200001 h 436916"/>
                <a:gd name="csX514" fmla="*/ 199273 w 695344"/>
                <a:gd name="csY514" fmla="*/ 200144 h 436916"/>
                <a:gd name="csX515" fmla="*/ 196596 w 695344"/>
                <a:gd name="csY515" fmla="*/ 205697 h 436916"/>
                <a:gd name="csX516" fmla="*/ 191233 w 695344"/>
                <a:gd name="csY516" fmla="*/ 216679 h 436916"/>
                <a:gd name="csX517" fmla="*/ 188538 w 695344"/>
                <a:gd name="csY517" fmla="*/ 221899 h 436916"/>
                <a:gd name="csX518" fmla="*/ 188519 w 695344"/>
                <a:gd name="csY518" fmla="*/ 221937 h 436916"/>
                <a:gd name="csX519" fmla="*/ 185861 w 695344"/>
                <a:gd name="csY519" fmla="*/ 227119 h 436916"/>
                <a:gd name="csX520" fmla="*/ 183156 w 695344"/>
                <a:gd name="csY520" fmla="*/ 232224 h 436916"/>
                <a:gd name="csX521" fmla="*/ 183137 w 695344"/>
                <a:gd name="csY521" fmla="*/ 232262 h 436916"/>
                <a:gd name="csX522" fmla="*/ 180461 w 695344"/>
                <a:gd name="csY522" fmla="*/ 237358 h 436916"/>
                <a:gd name="csX523" fmla="*/ 175050 w 695344"/>
                <a:gd name="csY523" fmla="*/ 247560 h 436916"/>
                <a:gd name="csX524" fmla="*/ 174993 w 695344"/>
                <a:gd name="csY524" fmla="*/ 247674 h 436916"/>
                <a:gd name="csX525" fmla="*/ 172326 w 695344"/>
                <a:gd name="csY525" fmla="*/ 252884 h 436916"/>
                <a:gd name="csX526" fmla="*/ 166954 w 695344"/>
                <a:gd name="csY526" fmla="*/ 263104 h 436916"/>
                <a:gd name="csX527" fmla="*/ 161592 w 695344"/>
                <a:gd name="csY527" fmla="*/ 272953 h 436916"/>
                <a:gd name="csX528" fmla="*/ 158953 w 695344"/>
                <a:gd name="csY528" fmla="*/ 277649 h 436916"/>
                <a:gd name="csX529" fmla="*/ 156248 w 695344"/>
                <a:gd name="csY529" fmla="*/ 282345 h 436916"/>
                <a:gd name="csX530" fmla="*/ 156229 w 695344"/>
                <a:gd name="csY530" fmla="*/ 282383 h 436916"/>
                <a:gd name="csX531" fmla="*/ 153600 w 695344"/>
                <a:gd name="csY531" fmla="*/ 286984 h 436916"/>
                <a:gd name="csX532" fmla="*/ 148276 w 695344"/>
                <a:gd name="csY532" fmla="*/ 295746 h 436916"/>
                <a:gd name="csX533" fmla="*/ 142923 w 695344"/>
                <a:gd name="csY533" fmla="*/ 304167 h 436916"/>
                <a:gd name="csX534" fmla="*/ 140294 w 695344"/>
                <a:gd name="csY534" fmla="*/ 308234 h 436916"/>
                <a:gd name="csX535" fmla="*/ 137589 w 695344"/>
                <a:gd name="csY535" fmla="*/ 312282 h 436916"/>
                <a:gd name="csX536" fmla="*/ 137541 w 695344"/>
                <a:gd name="csY536" fmla="*/ 312349 h 436916"/>
                <a:gd name="csX537" fmla="*/ 134884 w 695344"/>
                <a:gd name="csY537" fmla="*/ 316406 h 436916"/>
                <a:gd name="csX538" fmla="*/ 129540 w 695344"/>
                <a:gd name="csY538" fmla="*/ 324350 h 436916"/>
                <a:gd name="csX539" fmla="*/ 126873 w 695344"/>
                <a:gd name="csY539" fmla="*/ 328160 h 436916"/>
                <a:gd name="csX540" fmla="*/ 124282 w 695344"/>
                <a:gd name="csY540" fmla="*/ 331770 h 436916"/>
                <a:gd name="csX541" fmla="*/ 121710 w 695344"/>
                <a:gd name="csY541" fmla="*/ 335161 h 436916"/>
                <a:gd name="csX542" fmla="*/ 116405 w 695344"/>
                <a:gd name="csY542" fmla="*/ 341886 h 436916"/>
                <a:gd name="csX543" fmla="*/ 111090 w 695344"/>
                <a:gd name="csY543" fmla="*/ 348286 h 436916"/>
                <a:gd name="csX544" fmla="*/ 108433 w 695344"/>
                <a:gd name="csY544" fmla="*/ 351363 h 436916"/>
                <a:gd name="csX545" fmla="*/ 105851 w 695344"/>
                <a:gd name="csY545" fmla="*/ 354297 h 436916"/>
                <a:gd name="csX546" fmla="*/ 100498 w 695344"/>
                <a:gd name="csY546" fmla="*/ 360069 h 436916"/>
                <a:gd name="csX547" fmla="*/ 100403 w 695344"/>
                <a:gd name="csY547" fmla="*/ 360174 h 436916"/>
                <a:gd name="csX548" fmla="*/ 97765 w 695344"/>
                <a:gd name="csY548" fmla="*/ 363126 h 436916"/>
                <a:gd name="csX549" fmla="*/ 92478 w 695344"/>
                <a:gd name="csY549" fmla="*/ 368860 h 436916"/>
                <a:gd name="csX550" fmla="*/ 89945 w 695344"/>
                <a:gd name="csY550" fmla="*/ 371423 h 436916"/>
                <a:gd name="csX551" fmla="*/ 87525 w 695344"/>
                <a:gd name="csY551" fmla="*/ 373709 h 436916"/>
                <a:gd name="csX552" fmla="*/ 82344 w 695344"/>
                <a:gd name="csY552" fmla="*/ 378109 h 436916"/>
                <a:gd name="csX553" fmla="*/ 79800 w 695344"/>
                <a:gd name="csY553" fmla="*/ 380167 h 436916"/>
                <a:gd name="csX554" fmla="*/ 74457 w 695344"/>
                <a:gd name="csY554" fmla="*/ 384339 h 436916"/>
                <a:gd name="csX555" fmla="*/ 66418 w 695344"/>
                <a:gd name="csY555" fmla="*/ 390501 h 436916"/>
                <a:gd name="csX556" fmla="*/ 63951 w 695344"/>
                <a:gd name="csY556" fmla="*/ 392282 h 436916"/>
                <a:gd name="csX557" fmla="*/ 61503 w 695344"/>
                <a:gd name="csY557" fmla="*/ 393921 h 436916"/>
                <a:gd name="csX558" fmla="*/ 58941 w 695344"/>
                <a:gd name="csY558" fmla="*/ 395521 h 436916"/>
                <a:gd name="csX559" fmla="*/ 56369 w 695344"/>
                <a:gd name="csY559" fmla="*/ 397054 h 436916"/>
                <a:gd name="csX560" fmla="*/ 51073 w 695344"/>
                <a:gd name="csY560" fmla="*/ 400121 h 436916"/>
                <a:gd name="csX561" fmla="*/ 48435 w 695344"/>
                <a:gd name="csY561" fmla="*/ 401579 h 436916"/>
                <a:gd name="csX562" fmla="*/ 43263 w 695344"/>
                <a:gd name="csY562" fmla="*/ 404379 h 436916"/>
                <a:gd name="csX563" fmla="*/ 40757 w 695344"/>
                <a:gd name="csY563" fmla="*/ 405598 h 436916"/>
                <a:gd name="csX564" fmla="*/ 38271 w 695344"/>
                <a:gd name="csY564" fmla="*/ 406751 h 436916"/>
                <a:gd name="csX565" fmla="*/ 33052 w 695344"/>
                <a:gd name="csY565" fmla="*/ 408970 h 436916"/>
                <a:gd name="csX566" fmla="*/ 27832 w 695344"/>
                <a:gd name="csY566" fmla="*/ 411056 h 436916"/>
                <a:gd name="csX567" fmla="*/ 22660 w 695344"/>
                <a:gd name="csY567" fmla="*/ 412942 h 436916"/>
                <a:gd name="csX568" fmla="*/ 20193 w 695344"/>
                <a:gd name="csY568" fmla="*/ 413752 h 436916"/>
                <a:gd name="csX569" fmla="*/ 14916 w 695344"/>
                <a:gd name="csY569" fmla="*/ 415361 h 436916"/>
                <a:gd name="csX570" fmla="*/ 12297 w 695344"/>
                <a:gd name="csY570" fmla="*/ 416114 h 436916"/>
                <a:gd name="csX571" fmla="*/ 0 w 695344"/>
                <a:gd name="csY571" fmla="*/ 419638 h 436916"/>
                <a:gd name="csX572" fmla="*/ 0 w 695344"/>
                <a:gd name="csY572" fmla="*/ 436250 h 436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</a:cxnLst>
              <a:rect l="l" t="t" r="r" b="b"/>
              <a:pathLst>
                <a:path w="695344" h="436916">
                  <a:moveTo>
                    <a:pt x="0" y="436250"/>
                  </a:moveTo>
                  <a:lnTo>
                    <a:pt x="2934" y="435840"/>
                  </a:lnTo>
                  <a:cubicBezTo>
                    <a:pt x="3019" y="435821"/>
                    <a:pt x="3096" y="435802"/>
                    <a:pt x="3181" y="435783"/>
                  </a:cubicBezTo>
                  <a:lnTo>
                    <a:pt x="16707" y="432097"/>
                  </a:lnTo>
                  <a:cubicBezTo>
                    <a:pt x="16735" y="432087"/>
                    <a:pt x="16774" y="432078"/>
                    <a:pt x="16802" y="432068"/>
                  </a:cubicBezTo>
                  <a:lnTo>
                    <a:pt x="19545" y="431287"/>
                  </a:lnTo>
                  <a:cubicBezTo>
                    <a:pt x="19593" y="431268"/>
                    <a:pt x="19641" y="431259"/>
                    <a:pt x="19688" y="431240"/>
                  </a:cubicBezTo>
                  <a:lnTo>
                    <a:pt x="25108" y="429582"/>
                  </a:lnTo>
                  <a:cubicBezTo>
                    <a:pt x="25156" y="429563"/>
                    <a:pt x="25213" y="429554"/>
                    <a:pt x="25260" y="429535"/>
                  </a:cubicBezTo>
                  <a:lnTo>
                    <a:pt x="27937" y="428658"/>
                  </a:lnTo>
                  <a:cubicBezTo>
                    <a:pt x="28032" y="428630"/>
                    <a:pt x="28118" y="428601"/>
                    <a:pt x="28213" y="428563"/>
                  </a:cubicBezTo>
                  <a:lnTo>
                    <a:pt x="33633" y="426591"/>
                  </a:lnTo>
                  <a:cubicBezTo>
                    <a:pt x="33709" y="426563"/>
                    <a:pt x="33785" y="426525"/>
                    <a:pt x="33861" y="426496"/>
                  </a:cubicBezTo>
                  <a:lnTo>
                    <a:pt x="39291" y="424334"/>
                  </a:lnTo>
                  <a:cubicBezTo>
                    <a:pt x="39338" y="424315"/>
                    <a:pt x="39395" y="424286"/>
                    <a:pt x="39453" y="424267"/>
                  </a:cubicBezTo>
                  <a:lnTo>
                    <a:pt x="44872" y="421962"/>
                  </a:lnTo>
                  <a:cubicBezTo>
                    <a:pt x="44958" y="421924"/>
                    <a:pt x="45044" y="421896"/>
                    <a:pt x="45120" y="421858"/>
                  </a:cubicBezTo>
                  <a:lnTo>
                    <a:pt x="47806" y="420610"/>
                  </a:lnTo>
                  <a:cubicBezTo>
                    <a:pt x="47854" y="420591"/>
                    <a:pt x="47901" y="420562"/>
                    <a:pt x="47949" y="420543"/>
                  </a:cubicBezTo>
                  <a:lnTo>
                    <a:pt x="50692" y="419210"/>
                  </a:lnTo>
                  <a:cubicBezTo>
                    <a:pt x="50797" y="419152"/>
                    <a:pt x="50902" y="419105"/>
                    <a:pt x="50997" y="419048"/>
                  </a:cubicBezTo>
                  <a:lnTo>
                    <a:pt x="56359" y="416142"/>
                  </a:lnTo>
                  <a:cubicBezTo>
                    <a:pt x="56388" y="416133"/>
                    <a:pt x="56417" y="416114"/>
                    <a:pt x="56445" y="416104"/>
                  </a:cubicBezTo>
                  <a:lnTo>
                    <a:pt x="59179" y="414580"/>
                  </a:lnTo>
                  <a:cubicBezTo>
                    <a:pt x="59226" y="414561"/>
                    <a:pt x="59265" y="414533"/>
                    <a:pt x="59303" y="414514"/>
                  </a:cubicBezTo>
                  <a:lnTo>
                    <a:pt x="64732" y="411380"/>
                  </a:lnTo>
                  <a:cubicBezTo>
                    <a:pt x="64770" y="411351"/>
                    <a:pt x="64808" y="411332"/>
                    <a:pt x="64856" y="411304"/>
                  </a:cubicBezTo>
                  <a:lnTo>
                    <a:pt x="67532" y="409694"/>
                  </a:lnTo>
                  <a:cubicBezTo>
                    <a:pt x="67570" y="409675"/>
                    <a:pt x="67608" y="409656"/>
                    <a:pt x="67637" y="409627"/>
                  </a:cubicBezTo>
                  <a:lnTo>
                    <a:pt x="70380" y="407922"/>
                  </a:lnTo>
                  <a:cubicBezTo>
                    <a:pt x="70456" y="407875"/>
                    <a:pt x="70542" y="407827"/>
                    <a:pt x="70618" y="407770"/>
                  </a:cubicBezTo>
                  <a:lnTo>
                    <a:pt x="73295" y="405979"/>
                  </a:lnTo>
                  <a:cubicBezTo>
                    <a:pt x="73381" y="405922"/>
                    <a:pt x="73457" y="405865"/>
                    <a:pt x="73533" y="405817"/>
                  </a:cubicBezTo>
                  <a:lnTo>
                    <a:pt x="76219" y="403884"/>
                  </a:lnTo>
                  <a:cubicBezTo>
                    <a:pt x="76286" y="403827"/>
                    <a:pt x="76352" y="403779"/>
                    <a:pt x="76410" y="403731"/>
                  </a:cubicBezTo>
                  <a:lnTo>
                    <a:pt x="84572" y="397473"/>
                  </a:lnTo>
                  <a:cubicBezTo>
                    <a:pt x="84592" y="397454"/>
                    <a:pt x="84611" y="397435"/>
                    <a:pt x="84630" y="397426"/>
                  </a:cubicBezTo>
                  <a:lnTo>
                    <a:pt x="90059" y="393187"/>
                  </a:lnTo>
                  <a:cubicBezTo>
                    <a:pt x="90087" y="393159"/>
                    <a:pt x="90126" y="393130"/>
                    <a:pt x="90154" y="393111"/>
                  </a:cubicBezTo>
                  <a:lnTo>
                    <a:pt x="92840" y="390939"/>
                  </a:lnTo>
                  <a:cubicBezTo>
                    <a:pt x="92897" y="390901"/>
                    <a:pt x="92945" y="390854"/>
                    <a:pt x="93002" y="390806"/>
                  </a:cubicBezTo>
                  <a:lnTo>
                    <a:pt x="98422" y="386205"/>
                  </a:lnTo>
                  <a:cubicBezTo>
                    <a:pt x="98536" y="386110"/>
                    <a:pt x="98641" y="386015"/>
                    <a:pt x="98746" y="385910"/>
                  </a:cubicBezTo>
                  <a:lnTo>
                    <a:pt x="101432" y="383377"/>
                  </a:lnTo>
                  <a:cubicBezTo>
                    <a:pt x="101498" y="383319"/>
                    <a:pt x="101556" y="383253"/>
                    <a:pt x="101622" y="383186"/>
                  </a:cubicBezTo>
                  <a:lnTo>
                    <a:pt x="104365" y="380424"/>
                  </a:lnTo>
                  <a:cubicBezTo>
                    <a:pt x="104432" y="380357"/>
                    <a:pt x="104508" y="380281"/>
                    <a:pt x="104575" y="380205"/>
                  </a:cubicBezTo>
                  <a:lnTo>
                    <a:pt x="110004" y="374309"/>
                  </a:lnTo>
                  <a:cubicBezTo>
                    <a:pt x="110023" y="374280"/>
                    <a:pt x="110052" y="374252"/>
                    <a:pt x="110071" y="374223"/>
                  </a:cubicBezTo>
                  <a:lnTo>
                    <a:pt x="112709" y="371289"/>
                  </a:lnTo>
                  <a:cubicBezTo>
                    <a:pt x="112709" y="371289"/>
                    <a:pt x="118081" y="365489"/>
                    <a:pt x="118081" y="365489"/>
                  </a:cubicBezTo>
                  <a:cubicBezTo>
                    <a:pt x="118129" y="365441"/>
                    <a:pt x="118177" y="365393"/>
                    <a:pt x="118215" y="365336"/>
                  </a:cubicBezTo>
                  <a:lnTo>
                    <a:pt x="120901" y="362298"/>
                  </a:lnTo>
                  <a:cubicBezTo>
                    <a:pt x="120920" y="362279"/>
                    <a:pt x="120939" y="362250"/>
                    <a:pt x="120958" y="362231"/>
                  </a:cubicBezTo>
                  <a:lnTo>
                    <a:pt x="123701" y="359050"/>
                  </a:lnTo>
                  <a:cubicBezTo>
                    <a:pt x="123739" y="359012"/>
                    <a:pt x="123768" y="358973"/>
                    <a:pt x="123806" y="358926"/>
                  </a:cubicBezTo>
                  <a:lnTo>
                    <a:pt x="129226" y="352392"/>
                  </a:lnTo>
                  <a:cubicBezTo>
                    <a:pt x="129273" y="352335"/>
                    <a:pt x="129311" y="352287"/>
                    <a:pt x="129350" y="352239"/>
                  </a:cubicBezTo>
                  <a:lnTo>
                    <a:pt x="134769" y="345372"/>
                  </a:lnTo>
                  <a:cubicBezTo>
                    <a:pt x="134807" y="345334"/>
                    <a:pt x="134845" y="345286"/>
                    <a:pt x="134884" y="345238"/>
                  </a:cubicBezTo>
                  <a:lnTo>
                    <a:pt x="137560" y="341686"/>
                  </a:lnTo>
                  <a:cubicBezTo>
                    <a:pt x="137598" y="341638"/>
                    <a:pt x="137646" y="341581"/>
                    <a:pt x="137684" y="341533"/>
                  </a:cubicBezTo>
                  <a:lnTo>
                    <a:pt x="140360" y="337799"/>
                  </a:lnTo>
                  <a:cubicBezTo>
                    <a:pt x="140379" y="337771"/>
                    <a:pt x="140408" y="337742"/>
                    <a:pt x="140427" y="337714"/>
                  </a:cubicBezTo>
                  <a:lnTo>
                    <a:pt x="143161" y="333799"/>
                  </a:lnTo>
                  <a:cubicBezTo>
                    <a:pt x="143189" y="333761"/>
                    <a:pt x="143218" y="333713"/>
                    <a:pt x="143246" y="333675"/>
                  </a:cubicBezTo>
                  <a:lnTo>
                    <a:pt x="148676" y="325617"/>
                  </a:lnTo>
                  <a:cubicBezTo>
                    <a:pt x="148695" y="325588"/>
                    <a:pt x="148714" y="325550"/>
                    <a:pt x="148733" y="325522"/>
                  </a:cubicBezTo>
                  <a:lnTo>
                    <a:pt x="151390" y="321464"/>
                  </a:lnTo>
                  <a:cubicBezTo>
                    <a:pt x="151390" y="321464"/>
                    <a:pt x="154105" y="317397"/>
                    <a:pt x="154105" y="317397"/>
                  </a:cubicBezTo>
                  <a:cubicBezTo>
                    <a:pt x="154134" y="317359"/>
                    <a:pt x="154153" y="317330"/>
                    <a:pt x="154172" y="317292"/>
                  </a:cubicBezTo>
                  <a:lnTo>
                    <a:pt x="156858" y="313149"/>
                  </a:lnTo>
                  <a:cubicBezTo>
                    <a:pt x="156867" y="313130"/>
                    <a:pt x="156877" y="313111"/>
                    <a:pt x="156896" y="313092"/>
                  </a:cubicBezTo>
                  <a:lnTo>
                    <a:pt x="162316" y="304576"/>
                  </a:lnTo>
                  <a:cubicBezTo>
                    <a:pt x="162344" y="304529"/>
                    <a:pt x="162373" y="304471"/>
                    <a:pt x="162411" y="304424"/>
                  </a:cubicBezTo>
                  <a:lnTo>
                    <a:pt x="167831" y="295489"/>
                  </a:lnTo>
                  <a:cubicBezTo>
                    <a:pt x="167869" y="295432"/>
                    <a:pt x="167907" y="295365"/>
                    <a:pt x="167945" y="295299"/>
                  </a:cubicBezTo>
                  <a:lnTo>
                    <a:pt x="170612" y="290622"/>
                  </a:lnTo>
                  <a:cubicBezTo>
                    <a:pt x="170612" y="290622"/>
                    <a:pt x="173345" y="285898"/>
                    <a:pt x="173345" y="285898"/>
                  </a:cubicBezTo>
                  <a:cubicBezTo>
                    <a:pt x="173365" y="285860"/>
                    <a:pt x="173374" y="285831"/>
                    <a:pt x="173393" y="285802"/>
                  </a:cubicBezTo>
                  <a:lnTo>
                    <a:pt x="176079" y="281011"/>
                  </a:lnTo>
                  <a:cubicBezTo>
                    <a:pt x="176098" y="280983"/>
                    <a:pt x="176108" y="280954"/>
                    <a:pt x="176127" y="280926"/>
                  </a:cubicBezTo>
                  <a:lnTo>
                    <a:pt x="181547" y="270982"/>
                  </a:lnTo>
                  <a:cubicBezTo>
                    <a:pt x="181566" y="270943"/>
                    <a:pt x="181585" y="270905"/>
                    <a:pt x="181604" y="270867"/>
                  </a:cubicBezTo>
                  <a:lnTo>
                    <a:pt x="187023" y="260552"/>
                  </a:lnTo>
                  <a:cubicBezTo>
                    <a:pt x="187042" y="260523"/>
                    <a:pt x="187061" y="260494"/>
                    <a:pt x="187071" y="260466"/>
                  </a:cubicBezTo>
                  <a:lnTo>
                    <a:pt x="189728" y="255275"/>
                  </a:lnTo>
                  <a:cubicBezTo>
                    <a:pt x="189728" y="255275"/>
                    <a:pt x="195120" y="245112"/>
                    <a:pt x="195120" y="245112"/>
                  </a:cubicBezTo>
                  <a:cubicBezTo>
                    <a:pt x="195120" y="245093"/>
                    <a:pt x="195129" y="245083"/>
                    <a:pt x="195129" y="245073"/>
                  </a:cubicBezTo>
                  <a:lnTo>
                    <a:pt x="197806" y="239978"/>
                  </a:lnTo>
                  <a:cubicBezTo>
                    <a:pt x="197806" y="239978"/>
                    <a:pt x="200539" y="234844"/>
                    <a:pt x="200539" y="234844"/>
                  </a:cubicBezTo>
                  <a:cubicBezTo>
                    <a:pt x="200558" y="234806"/>
                    <a:pt x="200577" y="234767"/>
                    <a:pt x="200597" y="234729"/>
                  </a:cubicBezTo>
                  <a:lnTo>
                    <a:pt x="203273" y="229491"/>
                  </a:lnTo>
                  <a:cubicBezTo>
                    <a:pt x="203273" y="229491"/>
                    <a:pt x="205997" y="224214"/>
                    <a:pt x="205997" y="224214"/>
                  </a:cubicBezTo>
                  <a:cubicBezTo>
                    <a:pt x="206026" y="224157"/>
                    <a:pt x="206054" y="224099"/>
                    <a:pt x="206083" y="224042"/>
                  </a:cubicBezTo>
                  <a:lnTo>
                    <a:pt x="211503" y="212946"/>
                  </a:lnTo>
                  <a:cubicBezTo>
                    <a:pt x="211512" y="212936"/>
                    <a:pt x="211522" y="212917"/>
                    <a:pt x="211531" y="212908"/>
                  </a:cubicBezTo>
                  <a:lnTo>
                    <a:pt x="214179" y="207402"/>
                  </a:lnTo>
                  <a:cubicBezTo>
                    <a:pt x="214646" y="206469"/>
                    <a:pt x="219561" y="196744"/>
                    <a:pt x="219561" y="196744"/>
                  </a:cubicBezTo>
                  <a:cubicBezTo>
                    <a:pt x="219561" y="196744"/>
                    <a:pt x="219570" y="196734"/>
                    <a:pt x="219570" y="196725"/>
                  </a:cubicBezTo>
                  <a:lnTo>
                    <a:pt x="222256" y="191381"/>
                  </a:lnTo>
                  <a:cubicBezTo>
                    <a:pt x="222266" y="191362"/>
                    <a:pt x="222275" y="191343"/>
                    <a:pt x="222285" y="191324"/>
                  </a:cubicBezTo>
                  <a:lnTo>
                    <a:pt x="225028" y="185752"/>
                  </a:lnTo>
                  <a:cubicBezTo>
                    <a:pt x="225047" y="185704"/>
                    <a:pt x="225066" y="185666"/>
                    <a:pt x="225085" y="185618"/>
                  </a:cubicBezTo>
                  <a:lnTo>
                    <a:pt x="227752" y="179932"/>
                  </a:lnTo>
                  <a:cubicBezTo>
                    <a:pt x="227752" y="179932"/>
                    <a:pt x="233143" y="168683"/>
                    <a:pt x="233143" y="168683"/>
                  </a:cubicBezTo>
                  <a:cubicBezTo>
                    <a:pt x="233143" y="168683"/>
                    <a:pt x="235858" y="163206"/>
                    <a:pt x="235858" y="163206"/>
                  </a:cubicBezTo>
                  <a:cubicBezTo>
                    <a:pt x="235858" y="163197"/>
                    <a:pt x="235868" y="163187"/>
                    <a:pt x="235877" y="163168"/>
                  </a:cubicBezTo>
                  <a:lnTo>
                    <a:pt x="238544" y="157720"/>
                  </a:lnTo>
                  <a:cubicBezTo>
                    <a:pt x="238544" y="157720"/>
                    <a:pt x="241173" y="152424"/>
                    <a:pt x="241173" y="152424"/>
                  </a:cubicBezTo>
                  <a:cubicBezTo>
                    <a:pt x="241173" y="152424"/>
                    <a:pt x="246069" y="143070"/>
                    <a:pt x="246526" y="142203"/>
                  </a:cubicBezTo>
                  <a:cubicBezTo>
                    <a:pt x="246526" y="142203"/>
                    <a:pt x="249231" y="137250"/>
                    <a:pt x="249231" y="137250"/>
                  </a:cubicBezTo>
                  <a:cubicBezTo>
                    <a:pt x="249250" y="137212"/>
                    <a:pt x="249269" y="137184"/>
                    <a:pt x="249288" y="137146"/>
                  </a:cubicBezTo>
                  <a:lnTo>
                    <a:pt x="254708" y="126878"/>
                  </a:lnTo>
                  <a:cubicBezTo>
                    <a:pt x="254737" y="126830"/>
                    <a:pt x="254756" y="126783"/>
                    <a:pt x="254784" y="126725"/>
                  </a:cubicBezTo>
                  <a:cubicBezTo>
                    <a:pt x="254784" y="126725"/>
                    <a:pt x="259585" y="117162"/>
                    <a:pt x="260099" y="116134"/>
                  </a:cubicBezTo>
                  <a:cubicBezTo>
                    <a:pt x="260604" y="115181"/>
                    <a:pt x="265005" y="106932"/>
                    <a:pt x="265443" y="106113"/>
                  </a:cubicBezTo>
                  <a:cubicBezTo>
                    <a:pt x="265443" y="106113"/>
                    <a:pt x="268148" y="101246"/>
                    <a:pt x="268148" y="101246"/>
                  </a:cubicBezTo>
                  <a:cubicBezTo>
                    <a:pt x="268167" y="101217"/>
                    <a:pt x="268176" y="101189"/>
                    <a:pt x="268195" y="101160"/>
                  </a:cubicBezTo>
                  <a:cubicBezTo>
                    <a:pt x="268195" y="101160"/>
                    <a:pt x="275730" y="87197"/>
                    <a:pt x="276273" y="86196"/>
                  </a:cubicBezTo>
                  <a:cubicBezTo>
                    <a:pt x="276273" y="86196"/>
                    <a:pt x="278854" y="81577"/>
                    <a:pt x="278854" y="81577"/>
                  </a:cubicBezTo>
                  <a:cubicBezTo>
                    <a:pt x="278854" y="81577"/>
                    <a:pt x="281511" y="77157"/>
                    <a:pt x="281511" y="77157"/>
                  </a:cubicBezTo>
                  <a:cubicBezTo>
                    <a:pt x="281511" y="77157"/>
                    <a:pt x="284150" y="72861"/>
                    <a:pt x="284150" y="72861"/>
                  </a:cubicBezTo>
                  <a:cubicBezTo>
                    <a:pt x="284550" y="72223"/>
                    <a:pt x="288769" y="65556"/>
                    <a:pt x="289446" y="64499"/>
                  </a:cubicBezTo>
                  <a:cubicBezTo>
                    <a:pt x="289446" y="64499"/>
                    <a:pt x="292046" y="60736"/>
                    <a:pt x="292046" y="60736"/>
                  </a:cubicBezTo>
                  <a:cubicBezTo>
                    <a:pt x="292046" y="60736"/>
                    <a:pt x="294132" y="57831"/>
                    <a:pt x="294599" y="57193"/>
                  </a:cubicBezTo>
                  <a:cubicBezTo>
                    <a:pt x="294599" y="57193"/>
                    <a:pt x="297123" y="53935"/>
                    <a:pt x="297123" y="53935"/>
                  </a:cubicBezTo>
                  <a:cubicBezTo>
                    <a:pt x="297123" y="53935"/>
                    <a:pt x="299799" y="50649"/>
                    <a:pt x="299799" y="50649"/>
                  </a:cubicBezTo>
                  <a:cubicBezTo>
                    <a:pt x="299847" y="50592"/>
                    <a:pt x="299885" y="50544"/>
                    <a:pt x="299923" y="50487"/>
                  </a:cubicBezTo>
                  <a:lnTo>
                    <a:pt x="307838" y="40276"/>
                  </a:lnTo>
                  <a:cubicBezTo>
                    <a:pt x="307838" y="40276"/>
                    <a:pt x="310201" y="37657"/>
                    <a:pt x="310201" y="37657"/>
                  </a:cubicBezTo>
                  <a:cubicBezTo>
                    <a:pt x="310201" y="37657"/>
                    <a:pt x="312506" y="35409"/>
                    <a:pt x="312506" y="35409"/>
                  </a:cubicBezTo>
                  <a:cubicBezTo>
                    <a:pt x="312506" y="35409"/>
                    <a:pt x="314925" y="33333"/>
                    <a:pt x="314925" y="33333"/>
                  </a:cubicBezTo>
                  <a:cubicBezTo>
                    <a:pt x="314925" y="33333"/>
                    <a:pt x="319411" y="29751"/>
                    <a:pt x="320088" y="29208"/>
                  </a:cubicBezTo>
                  <a:cubicBezTo>
                    <a:pt x="320088" y="29208"/>
                    <a:pt x="322745" y="27199"/>
                    <a:pt x="322745" y="27199"/>
                  </a:cubicBezTo>
                  <a:cubicBezTo>
                    <a:pt x="322793" y="27170"/>
                    <a:pt x="322840" y="27132"/>
                    <a:pt x="322878" y="27094"/>
                  </a:cubicBezTo>
                  <a:lnTo>
                    <a:pt x="325393" y="25113"/>
                  </a:lnTo>
                  <a:cubicBezTo>
                    <a:pt x="325393" y="25113"/>
                    <a:pt x="327908" y="23341"/>
                    <a:pt x="327908" y="23341"/>
                  </a:cubicBezTo>
                  <a:cubicBezTo>
                    <a:pt x="327908" y="23341"/>
                    <a:pt x="330298" y="21693"/>
                    <a:pt x="330298" y="21693"/>
                  </a:cubicBezTo>
                  <a:cubicBezTo>
                    <a:pt x="330298" y="21693"/>
                    <a:pt x="332546" y="20379"/>
                    <a:pt x="332546" y="20379"/>
                  </a:cubicBezTo>
                  <a:cubicBezTo>
                    <a:pt x="332546" y="20379"/>
                    <a:pt x="334537" y="19379"/>
                    <a:pt x="334537" y="19379"/>
                  </a:cubicBezTo>
                  <a:cubicBezTo>
                    <a:pt x="334537" y="19379"/>
                    <a:pt x="336375" y="18721"/>
                    <a:pt x="336375" y="18721"/>
                  </a:cubicBezTo>
                  <a:cubicBezTo>
                    <a:pt x="336375" y="18721"/>
                    <a:pt x="338538" y="18169"/>
                    <a:pt x="338538" y="18169"/>
                  </a:cubicBezTo>
                  <a:cubicBezTo>
                    <a:pt x="338538" y="18169"/>
                    <a:pt x="340966" y="17674"/>
                    <a:pt x="340966" y="17674"/>
                  </a:cubicBezTo>
                  <a:cubicBezTo>
                    <a:pt x="340966" y="17674"/>
                    <a:pt x="343433" y="17216"/>
                    <a:pt x="343433" y="17216"/>
                  </a:cubicBezTo>
                  <a:cubicBezTo>
                    <a:pt x="343433" y="17216"/>
                    <a:pt x="345710" y="16902"/>
                    <a:pt x="345710" y="16902"/>
                  </a:cubicBezTo>
                  <a:cubicBezTo>
                    <a:pt x="345710" y="16902"/>
                    <a:pt x="348091" y="16702"/>
                    <a:pt x="348091" y="16702"/>
                  </a:cubicBezTo>
                  <a:cubicBezTo>
                    <a:pt x="348091" y="16702"/>
                    <a:pt x="350215" y="16597"/>
                    <a:pt x="350215" y="16597"/>
                  </a:cubicBezTo>
                  <a:cubicBezTo>
                    <a:pt x="350215" y="16597"/>
                    <a:pt x="351796" y="16674"/>
                    <a:pt x="351796" y="16674"/>
                  </a:cubicBezTo>
                  <a:cubicBezTo>
                    <a:pt x="351796" y="16674"/>
                    <a:pt x="353216" y="16988"/>
                    <a:pt x="353216" y="16988"/>
                  </a:cubicBezTo>
                  <a:cubicBezTo>
                    <a:pt x="353216" y="16988"/>
                    <a:pt x="355063" y="17721"/>
                    <a:pt x="355063" y="17721"/>
                  </a:cubicBezTo>
                  <a:cubicBezTo>
                    <a:pt x="355063" y="17721"/>
                    <a:pt x="360255" y="20093"/>
                    <a:pt x="360255" y="20093"/>
                  </a:cubicBezTo>
                  <a:cubicBezTo>
                    <a:pt x="360255" y="20093"/>
                    <a:pt x="362617" y="21207"/>
                    <a:pt x="362617" y="21207"/>
                  </a:cubicBezTo>
                  <a:cubicBezTo>
                    <a:pt x="362617" y="21207"/>
                    <a:pt x="364684" y="22408"/>
                    <a:pt x="364684" y="22408"/>
                  </a:cubicBezTo>
                  <a:cubicBezTo>
                    <a:pt x="364684" y="22408"/>
                    <a:pt x="366922" y="23989"/>
                    <a:pt x="366922" y="23989"/>
                  </a:cubicBezTo>
                  <a:cubicBezTo>
                    <a:pt x="366922" y="23989"/>
                    <a:pt x="369475" y="25960"/>
                    <a:pt x="369475" y="25960"/>
                  </a:cubicBezTo>
                  <a:cubicBezTo>
                    <a:pt x="369475" y="25960"/>
                    <a:pt x="377504" y="32352"/>
                    <a:pt x="377504" y="32352"/>
                  </a:cubicBezTo>
                  <a:cubicBezTo>
                    <a:pt x="377504" y="32352"/>
                    <a:pt x="379971" y="34342"/>
                    <a:pt x="379971" y="34342"/>
                  </a:cubicBezTo>
                  <a:cubicBezTo>
                    <a:pt x="379971" y="34342"/>
                    <a:pt x="382295" y="36543"/>
                    <a:pt x="382295" y="36543"/>
                  </a:cubicBezTo>
                  <a:cubicBezTo>
                    <a:pt x="382295" y="36543"/>
                    <a:pt x="384705" y="39010"/>
                    <a:pt x="384705" y="39010"/>
                  </a:cubicBezTo>
                  <a:cubicBezTo>
                    <a:pt x="384705" y="39010"/>
                    <a:pt x="387086" y="41829"/>
                    <a:pt x="387086" y="41829"/>
                  </a:cubicBezTo>
                  <a:cubicBezTo>
                    <a:pt x="387086" y="41829"/>
                    <a:pt x="389620" y="45087"/>
                    <a:pt x="389620" y="45087"/>
                  </a:cubicBezTo>
                  <a:cubicBezTo>
                    <a:pt x="389620" y="45087"/>
                    <a:pt x="392249" y="48630"/>
                    <a:pt x="392249" y="48630"/>
                  </a:cubicBezTo>
                  <a:cubicBezTo>
                    <a:pt x="392249" y="48630"/>
                    <a:pt x="394878" y="52326"/>
                    <a:pt x="394878" y="52326"/>
                  </a:cubicBezTo>
                  <a:cubicBezTo>
                    <a:pt x="394907" y="52364"/>
                    <a:pt x="394935" y="52402"/>
                    <a:pt x="394954" y="52440"/>
                  </a:cubicBezTo>
                  <a:lnTo>
                    <a:pt x="397659" y="56117"/>
                  </a:lnTo>
                  <a:cubicBezTo>
                    <a:pt x="397659" y="56117"/>
                    <a:pt x="402479" y="62879"/>
                    <a:pt x="403003" y="63613"/>
                  </a:cubicBezTo>
                  <a:cubicBezTo>
                    <a:pt x="403003" y="63613"/>
                    <a:pt x="405622" y="67423"/>
                    <a:pt x="405622" y="67423"/>
                  </a:cubicBezTo>
                  <a:cubicBezTo>
                    <a:pt x="405622" y="67423"/>
                    <a:pt x="408251" y="71357"/>
                    <a:pt x="408251" y="71357"/>
                  </a:cubicBezTo>
                  <a:cubicBezTo>
                    <a:pt x="408251" y="71357"/>
                    <a:pt x="410928" y="75443"/>
                    <a:pt x="410928" y="75443"/>
                  </a:cubicBezTo>
                  <a:cubicBezTo>
                    <a:pt x="410928" y="75443"/>
                    <a:pt x="416262" y="83920"/>
                    <a:pt x="416262" y="83920"/>
                  </a:cubicBezTo>
                  <a:cubicBezTo>
                    <a:pt x="416262" y="83920"/>
                    <a:pt x="418871" y="88273"/>
                    <a:pt x="418871" y="88273"/>
                  </a:cubicBezTo>
                  <a:cubicBezTo>
                    <a:pt x="418871" y="88273"/>
                    <a:pt x="421500" y="92778"/>
                    <a:pt x="421500" y="92778"/>
                  </a:cubicBezTo>
                  <a:cubicBezTo>
                    <a:pt x="421500" y="92778"/>
                    <a:pt x="424053" y="97598"/>
                    <a:pt x="424053" y="97598"/>
                  </a:cubicBezTo>
                  <a:cubicBezTo>
                    <a:pt x="424053" y="97598"/>
                    <a:pt x="426682" y="102875"/>
                    <a:pt x="426682" y="102875"/>
                  </a:cubicBezTo>
                  <a:cubicBezTo>
                    <a:pt x="426911" y="103332"/>
                    <a:pt x="432092" y="113867"/>
                    <a:pt x="432092" y="113867"/>
                  </a:cubicBezTo>
                  <a:cubicBezTo>
                    <a:pt x="432130" y="113943"/>
                    <a:pt x="432168" y="114019"/>
                    <a:pt x="432216" y="114095"/>
                  </a:cubicBezTo>
                  <a:lnTo>
                    <a:pt x="434950" y="119248"/>
                  </a:lnTo>
                  <a:cubicBezTo>
                    <a:pt x="434959" y="119267"/>
                    <a:pt x="434969" y="119286"/>
                    <a:pt x="434978" y="119305"/>
                  </a:cubicBezTo>
                  <a:cubicBezTo>
                    <a:pt x="434978" y="119305"/>
                    <a:pt x="439798" y="128221"/>
                    <a:pt x="440350" y="129249"/>
                  </a:cubicBezTo>
                  <a:cubicBezTo>
                    <a:pt x="440350" y="129249"/>
                    <a:pt x="442960" y="134393"/>
                    <a:pt x="442960" y="134393"/>
                  </a:cubicBezTo>
                  <a:cubicBezTo>
                    <a:pt x="442960" y="134393"/>
                    <a:pt x="445608" y="139822"/>
                    <a:pt x="445608" y="139822"/>
                  </a:cubicBezTo>
                  <a:cubicBezTo>
                    <a:pt x="445627" y="139841"/>
                    <a:pt x="445637" y="139870"/>
                    <a:pt x="445646" y="139889"/>
                  </a:cubicBezTo>
                  <a:lnTo>
                    <a:pt x="448380" y="145347"/>
                  </a:lnTo>
                  <a:cubicBezTo>
                    <a:pt x="448599" y="145794"/>
                    <a:pt x="453390" y="155481"/>
                    <a:pt x="453771" y="156243"/>
                  </a:cubicBezTo>
                  <a:cubicBezTo>
                    <a:pt x="453771" y="156243"/>
                    <a:pt x="458753" y="166664"/>
                    <a:pt x="459143" y="167473"/>
                  </a:cubicBezTo>
                  <a:cubicBezTo>
                    <a:pt x="459400" y="168045"/>
                    <a:pt x="461801" y="173226"/>
                    <a:pt x="461801" y="173226"/>
                  </a:cubicBezTo>
                  <a:cubicBezTo>
                    <a:pt x="461820" y="173265"/>
                    <a:pt x="461829" y="173303"/>
                    <a:pt x="461848" y="173341"/>
                  </a:cubicBezTo>
                  <a:lnTo>
                    <a:pt x="464591" y="179046"/>
                  </a:lnTo>
                  <a:cubicBezTo>
                    <a:pt x="464591" y="179056"/>
                    <a:pt x="464601" y="179065"/>
                    <a:pt x="464610" y="179084"/>
                  </a:cubicBezTo>
                  <a:lnTo>
                    <a:pt x="467287" y="184609"/>
                  </a:lnTo>
                  <a:cubicBezTo>
                    <a:pt x="467296" y="184628"/>
                    <a:pt x="467316" y="184656"/>
                    <a:pt x="467325" y="184685"/>
                  </a:cubicBezTo>
                  <a:lnTo>
                    <a:pt x="470011" y="190067"/>
                  </a:lnTo>
                  <a:cubicBezTo>
                    <a:pt x="470021" y="190095"/>
                    <a:pt x="470040" y="190133"/>
                    <a:pt x="470049" y="190162"/>
                  </a:cubicBezTo>
                  <a:cubicBezTo>
                    <a:pt x="470049" y="190162"/>
                    <a:pt x="472440" y="194820"/>
                    <a:pt x="472754" y="195439"/>
                  </a:cubicBezTo>
                  <a:cubicBezTo>
                    <a:pt x="473193" y="196325"/>
                    <a:pt x="477850" y="205811"/>
                    <a:pt x="478136" y="206392"/>
                  </a:cubicBezTo>
                  <a:cubicBezTo>
                    <a:pt x="478136" y="206392"/>
                    <a:pt x="480803" y="211936"/>
                    <a:pt x="480803" y="211936"/>
                  </a:cubicBezTo>
                  <a:cubicBezTo>
                    <a:pt x="480822" y="211974"/>
                    <a:pt x="480841" y="212012"/>
                    <a:pt x="480860" y="212060"/>
                  </a:cubicBezTo>
                  <a:lnTo>
                    <a:pt x="486280" y="222880"/>
                  </a:lnTo>
                  <a:cubicBezTo>
                    <a:pt x="486289" y="222890"/>
                    <a:pt x="486289" y="222899"/>
                    <a:pt x="486299" y="222909"/>
                  </a:cubicBezTo>
                  <a:lnTo>
                    <a:pt x="488975" y="228205"/>
                  </a:lnTo>
                  <a:cubicBezTo>
                    <a:pt x="488994" y="228233"/>
                    <a:pt x="489014" y="228262"/>
                    <a:pt x="489023" y="228300"/>
                  </a:cubicBezTo>
                  <a:lnTo>
                    <a:pt x="491757" y="233529"/>
                  </a:lnTo>
                  <a:cubicBezTo>
                    <a:pt x="491757" y="233529"/>
                    <a:pt x="494433" y="238711"/>
                    <a:pt x="494433" y="238711"/>
                  </a:cubicBezTo>
                  <a:cubicBezTo>
                    <a:pt x="494443" y="238739"/>
                    <a:pt x="494462" y="238777"/>
                    <a:pt x="494481" y="238806"/>
                  </a:cubicBezTo>
                  <a:lnTo>
                    <a:pt x="497205" y="243940"/>
                  </a:lnTo>
                  <a:cubicBezTo>
                    <a:pt x="497205" y="243940"/>
                    <a:pt x="499882" y="249036"/>
                    <a:pt x="499882" y="249036"/>
                  </a:cubicBezTo>
                  <a:cubicBezTo>
                    <a:pt x="499882" y="249045"/>
                    <a:pt x="499891" y="249064"/>
                    <a:pt x="499901" y="249074"/>
                  </a:cubicBezTo>
                  <a:lnTo>
                    <a:pt x="502606" y="254170"/>
                  </a:lnTo>
                  <a:cubicBezTo>
                    <a:pt x="502606" y="254170"/>
                    <a:pt x="505244" y="259323"/>
                    <a:pt x="505244" y="259323"/>
                  </a:cubicBezTo>
                  <a:cubicBezTo>
                    <a:pt x="505244" y="259323"/>
                    <a:pt x="507902" y="264676"/>
                    <a:pt x="507902" y="264676"/>
                  </a:cubicBezTo>
                  <a:cubicBezTo>
                    <a:pt x="507921" y="264714"/>
                    <a:pt x="507940" y="264752"/>
                    <a:pt x="507959" y="264790"/>
                  </a:cubicBezTo>
                  <a:lnTo>
                    <a:pt x="510702" y="270086"/>
                  </a:lnTo>
                  <a:cubicBezTo>
                    <a:pt x="510711" y="270105"/>
                    <a:pt x="510721" y="270134"/>
                    <a:pt x="510740" y="270153"/>
                  </a:cubicBezTo>
                  <a:lnTo>
                    <a:pt x="513417" y="275220"/>
                  </a:lnTo>
                  <a:cubicBezTo>
                    <a:pt x="513464" y="275296"/>
                    <a:pt x="513502" y="275382"/>
                    <a:pt x="513550" y="275458"/>
                  </a:cubicBezTo>
                  <a:lnTo>
                    <a:pt x="516293" y="280249"/>
                  </a:lnTo>
                  <a:cubicBezTo>
                    <a:pt x="516312" y="280287"/>
                    <a:pt x="516331" y="280326"/>
                    <a:pt x="516360" y="280364"/>
                  </a:cubicBezTo>
                  <a:lnTo>
                    <a:pt x="519036" y="284878"/>
                  </a:lnTo>
                  <a:cubicBezTo>
                    <a:pt x="519065" y="284926"/>
                    <a:pt x="519093" y="284964"/>
                    <a:pt x="519122" y="285012"/>
                  </a:cubicBezTo>
                  <a:lnTo>
                    <a:pt x="521837" y="289403"/>
                  </a:lnTo>
                  <a:cubicBezTo>
                    <a:pt x="522199" y="289993"/>
                    <a:pt x="527180" y="298204"/>
                    <a:pt x="527180" y="298204"/>
                  </a:cubicBezTo>
                  <a:cubicBezTo>
                    <a:pt x="527190" y="298213"/>
                    <a:pt x="527190" y="298223"/>
                    <a:pt x="527190" y="298223"/>
                  </a:cubicBezTo>
                  <a:lnTo>
                    <a:pt x="532619" y="307110"/>
                  </a:lnTo>
                  <a:cubicBezTo>
                    <a:pt x="532638" y="307148"/>
                    <a:pt x="532667" y="307186"/>
                    <a:pt x="532686" y="307224"/>
                  </a:cubicBezTo>
                  <a:lnTo>
                    <a:pt x="538105" y="315797"/>
                  </a:lnTo>
                  <a:cubicBezTo>
                    <a:pt x="538143" y="315854"/>
                    <a:pt x="538182" y="315911"/>
                    <a:pt x="538220" y="315968"/>
                  </a:cubicBezTo>
                  <a:lnTo>
                    <a:pt x="540963" y="320064"/>
                  </a:lnTo>
                  <a:cubicBezTo>
                    <a:pt x="540972" y="320083"/>
                    <a:pt x="540982" y="320092"/>
                    <a:pt x="540991" y="320111"/>
                  </a:cubicBezTo>
                  <a:lnTo>
                    <a:pt x="546354" y="328027"/>
                  </a:lnTo>
                  <a:cubicBezTo>
                    <a:pt x="546373" y="328055"/>
                    <a:pt x="546383" y="328074"/>
                    <a:pt x="546402" y="328093"/>
                  </a:cubicBezTo>
                  <a:lnTo>
                    <a:pt x="549116" y="332027"/>
                  </a:lnTo>
                  <a:cubicBezTo>
                    <a:pt x="549116" y="332027"/>
                    <a:pt x="551774" y="335952"/>
                    <a:pt x="551774" y="335952"/>
                  </a:cubicBezTo>
                  <a:cubicBezTo>
                    <a:pt x="551802" y="335980"/>
                    <a:pt x="551821" y="336018"/>
                    <a:pt x="551850" y="336056"/>
                  </a:cubicBezTo>
                  <a:lnTo>
                    <a:pt x="554593" y="339971"/>
                  </a:lnTo>
                  <a:cubicBezTo>
                    <a:pt x="554603" y="339981"/>
                    <a:pt x="554612" y="340000"/>
                    <a:pt x="554622" y="340019"/>
                  </a:cubicBezTo>
                  <a:lnTo>
                    <a:pt x="557308" y="343791"/>
                  </a:lnTo>
                  <a:cubicBezTo>
                    <a:pt x="557346" y="343857"/>
                    <a:pt x="557394" y="343924"/>
                    <a:pt x="557441" y="343981"/>
                  </a:cubicBezTo>
                  <a:lnTo>
                    <a:pt x="562870" y="351172"/>
                  </a:lnTo>
                  <a:cubicBezTo>
                    <a:pt x="562918" y="351239"/>
                    <a:pt x="562975" y="351315"/>
                    <a:pt x="563032" y="351382"/>
                  </a:cubicBezTo>
                  <a:lnTo>
                    <a:pt x="568452" y="358107"/>
                  </a:lnTo>
                  <a:cubicBezTo>
                    <a:pt x="568481" y="358135"/>
                    <a:pt x="568509" y="358173"/>
                    <a:pt x="568538" y="358202"/>
                  </a:cubicBezTo>
                  <a:lnTo>
                    <a:pt x="571214" y="361421"/>
                  </a:lnTo>
                  <a:cubicBezTo>
                    <a:pt x="571243" y="361459"/>
                    <a:pt x="571281" y="361498"/>
                    <a:pt x="571310" y="361536"/>
                  </a:cubicBezTo>
                  <a:lnTo>
                    <a:pt x="574053" y="364717"/>
                  </a:lnTo>
                  <a:cubicBezTo>
                    <a:pt x="574072" y="364736"/>
                    <a:pt x="574091" y="364765"/>
                    <a:pt x="574110" y="364784"/>
                  </a:cubicBezTo>
                  <a:lnTo>
                    <a:pt x="576796" y="367822"/>
                  </a:lnTo>
                  <a:cubicBezTo>
                    <a:pt x="576824" y="367860"/>
                    <a:pt x="576863" y="367898"/>
                    <a:pt x="576891" y="367936"/>
                  </a:cubicBezTo>
                  <a:lnTo>
                    <a:pt x="579634" y="370927"/>
                  </a:lnTo>
                  <a:cubicBezTo>
                    <a:pt x="579663" y="370956"/>
                    <a:pt x="579682" y="370984"/>
                    <a:pt x="579711" y="371013"/>
                  </a:cubicBezTo>
                  <a:lnTo>
                    <a:pt x="582387" y="373861"/>
                  </a:lnTo>
                  <a:cubicBezTo>
                    <a:pt x="582454" y="373937"/>
                    <a:pt x="582520" y="374004"/>
                    <a:pt x="582597" y="374080"/>
                  </a:cubicBezTo>
                  <a:lnTo>
                    <a:pt x="585292" y="376747"/>
                  </a:lnTo>
                  <a:cubicBezTo>
                    <a:pt x="585797" y="377271"/>
                    <a:pt x="590607" y="382186"/>
                    <a:pt x="590607" y="382186"/>
                  </a:cubicBezTo>
                  <a:cubicBezTo>
                    <a:pt x="590674" y="382253"/>
                    <a:pt x="590741" y="382310"/>
                    <a:pt x="590798" y="382376"/>
                  </a:cubicBezTo>
                  <a:lnTo>
                    <a:pt x="593541" y="384996"/>
                  </a:lnTo>
                  <a:cubicBezTo>
                    <a:pt x="593569" y="385024"/>
                    <a:pt x="593608" y="385062"/>
                    <a:pt x="593636" y="385091"/>
                  </a:cubicBezTo>
                  <a:lnTo>
                    <a:pt x="596322" y="387577"/>
                  </a:lnTo>
                  <a:cubicBezTo>
                    <a:pt x="596379" y="387634"/>
                    <a:pt x="596436" y="387682"/>
                    <a:pt x="596503" y="387739"/>
                  </a:cubicBezTo>
                  <a:lnTo>
                    <a:pt x="599246" y="390139"/>
                  </a:lnTo>
                  <a:cubicBezTo>
                    <a:pt x="599284" y="390168"/>
                    <a:pt x="599323" y="390206"/>
                    <a:pt x="599361" y="390235"/>
                  </a:cubicBezTo>
                  <a:lnTo>
                    <a:pt x="602047" y="392492"/>
                  </a:lnTo>
                  <a:cubicBezTo>
                    <a:pt x="602113" y="392549"/>
                    <a:pt x="602190" y="392616"/>
                    <a:pt x="602266" y="392673"/>
                  </a:cubicBezTo>
                  <a:lnTo>
                    <a:pt x="610372" y="399026"/>
                  </a:lnTo>
                  <a:cubicBezTo>
                    <a:pt x="610381" y="399036"/>
                    <a:pt x="610400" y="399055"/>
                    <a:pt x="610410" y="399064"/>
                  </a:cubicBezTo>
                  <a:lnTo>
                    <a:pt x="615839" y="403255"/>
                  </a:lnTo>
                  <a:cubicBezTo>
                    <a:pt x="615906" y="403312"/>
                    <a:pt x="615982" y="403360"/>
                    <a:pt x="616048" y="403417"/>
                  </a:cubicBezTo>
                  <a:lnTo>
                    <a:pt x="618792" y="405398"/>
                  </a:lnTo>
                  <a:cubicBezTo>
                    <a:pt x="618868" y="405455"/>
                    <a:pt x="618954" y="405513"/>
                    <a:pt x="619030" y="405560"/>
                  </a:cubicBezTo>
                  <a:lnTo>
                    <a:pt x="621716" y="407360"/>
                  </a:lnTo>
                  <a:cubicBezTo>
                    <a:pt x="621849" y="407456"/>
                    <a:pt x="621992" y="407541"/>
                    <a:pt x="622135" y="407627"/>
                  </a:cubicBezTo>
                  <a:cubicBezTo>
                    <a:pt x="622135" y="407627"/>
                    <a:pt x="627031" y="410494"/>
                    <a:pt x="627517" y="410780"/>
                  </a:cubicBezTo>
                  <a:cubicBezTo>
                    <a:pt x="627517" y="410780"/>
                    <a:pt x="630164" y="412371"/>
                    <a:pt x="630164" y="412371"/>
                  </a:cubicBezTo>
                  <a:cubicBezTo>
                    <a:pt x="630212" y="412399"/>
                    <a:pt x="630269" y="412428"/>
                    <a:pt x="630317" y="412456"/>
                  </a:cubicBezTo>
                  <a:lnTo>
                    <a:pt x="632974" y="413980"/>
                  </a:lnTo>
                  <a:cubicBezTo>
                    <a:pt x="632974" y="413980"/>
                    <a:pt x="635584" y="415542"/>
                    <a:pt x="635584" y="415542"/>
                  </a:cubicBezTo>
                  <a:cubicBezTo>
                    <a:pt x="635699" y="415609"/>
                    <a:pt x="635813" y="415676"/>
                    <a:pt x="635927" y="415742"/>
                  </a:cubicBezTo>
                  <a:lnTo>
                    <a:pt x="638670" y="417209"/>
                  </a:lnTo>
                  <a:cubicBezTo>
                    <a:pt x="638708" y="417238"/>
                    <a:pt x="638756" y="417257"/>
                    <a:pt x="638794" y="417286"/>
                  </a:cubicBezTo>
                  <a:lnTo>
                    <a:pt x="641480" y="418667"/>
                  </a:lnTo>
                  <a:cubicBezTo>
                    <a:pt x="641595" y="418724"/>
                    <a:pt x="641699" y="418771"/>
                    <a:pt x="641814" y="418829"/>
                  </a:cubicBezTo>
                  <a:lnTo>
                    <a:pt x="647243" y="421315"/>
                  </a:lnTo>
                  <a:cubicBezTo>
                    <a:pt x="647319" y="421353"/>
                    <a:pt x="647405" y="421391"/>
                    <a:pt x="647481" y="421419"/>
                  </a:cubicBezTo>
                  <a:lnTo>
                    <a:pt x="650138" y="422543"/>
                  </a:lnTo>
                  <a:cubicBezTo>
                    <a:pt x="650138" y="422543"/>
                    <a:pt x="652739" y="423696"/>
                    <a:pt x="652739" y="423696"/>
                  </a:cubicBezTo>
                  <a:cubicBezTo>
                    <a:pt x="652825" y="423734"/>
                    <a:pt x="652901" y="423772"/>
                    <a:pt x="652986" y="423801"/>
                  </a:cubicBezTo>
                  <a:lnTo>
                    <a:pt x="658406" y="426020"/>
                  </a:lnTo>
                  <a:cubicBezTo>
                    <a:pt x="658482" y="426048"/>
                    <a:pt x="658559" y="426077"/>
                    <a:pt x="658635" y="426106"/>
                  </a:cubicBezTo>
                  <a:lnTo>
                    <a:pt x="664064" y="428134"/>
                  </a:lnTo>
                  <a:cubicBezTo>
                    <a:pt x="664093" y="428144"/>
                    <a:pt x="664121" y="428154"/>
                    <a:pt x="664150" y="428163"/>
                  </a:cubicBezTo>
                  <a:lnTo>
                    <a:pt x="666836" y="429135"/>
                  </a:lnTo>
                  <a:cubicBezTo>
                    <a:pt x="666883" y="429144"/>
                    <a:pt x="666931" y="429163"/>
                    <a:pt x="666979" y="429182"/>
                  </a:cubicBezTo>
                  <a:lnTo>
                    <a:pt x="672398" y="431021"/>
                  </a:lnTo>
                  <a:cubicBezTo>
                    <a:pt x="672484" y="431049"/>
                    <a:pt x="672560" y="431078"/>
                    <a:pt x="672646" y="431106"/>
                  </a:cubicBezTo>
                  <a:lnTo>
                    <a:pt x="678066" y="432764"/>
                  </a:lnTo>
                  <a:cubicBezTo>
                    <a:pt x="678142" y="432783"/>
                    <a:pt x="678218" y="432802"/>
                    <a:pt x="678294" y="432830"/>
                  </a:cubicBezTo>
                  <a:lnTo>
                    <a:pt x="680971" y="433564"/>
                  </a:lnTo>
                  <a:cubicBezTo>
                    <a:pt x="681028" y="433573"/>
                    <a:pt x="681076" y="433592"/>
                    <a:pt x="681133" y="433602"/>
                  </a:cubicBezTo>
                  <a:lnTo>
                    <a:pt x="689296" y="435678"/>
                  </a:lnTo>
                  <a:cubicBezTo>
                    <a:pt x="689343" y="435688"/>
                    <a:pt x="689400" y="435707"/>
                    <a:pt x="689458" y="435716"/>
                  </a:cubicBezTo>
                  <a:lnTo>
                    <a:pt x="695344" y="436917"/>
                  </a:lnTo>
                  <a:lnTo>
                    <a:pt x="695344" y="420314"/>
                  </a:lnTo>
                  <a:lnTo>
                    <a:pt x="685286" y="417552"/>
                  </a:lnTo>
                  <a:cubicBezTo>
                    <a:pt x="685286" y="417552"/>
                    <a:pt x="682800" y="416866"/>
                    <a:pt x="682800" y="416866"/>
                  </a:cubicBezTo>
                  <a:cubicBezTo>
                    <a:pt x="682800" y="416866"/>
                    <a:pt x="677609" y="415285"/>
                    <a:pt x="677609" y="415285"/>
                  </a:cubicBezTo>
                  <a:cubicBezTo>
                    <a:pt x="677609" y="415285"/>
                    <a:pt x="673017" y="413723"/>
                    <a:pt x="672379" y="413504"/>
                  </a:cubicBezTo>
                  <a:cubicBezTo>
                    <a:pt x="672379" y="413504"/>
                    <a:pt x="669817" y="412580"/>
                    <a:pt x="669817" y="412580"/>
                  </a:cubicBezTo>
                  <a:cubicBezTo>
                    <a:pt x="669817" y="412580"/>
                    <a:pt x="664559" y="410618"/>
                    <a:pt x="664559" y="410618"/>
                  </a:cubicBezTo>
                  <a:cubicBezTo>
                    <a:pt x="664559" y="410618"/>
                    <a:pt x="659378" y="408503"/>
                    <a:pt x="659378" y="408503"/>
                  </a:cubicBezTo>
                  <a:cubicBezTo>
                    <a:pt x="659378" y="408503"/>
                    <a:pt x="656815" y="407360"/>
                    <a:pt x="656815" y="407360"/>
                  </a:cubicBezTo>
                  <a:cubicBezTo>
                    <a:pt x="656758" y="407341"/>
                    <a:pt x="656701" y="407313"/>
                    <a:pt x="656644" y="407284"/>
                  </a:cubicBezTo>
                  <a:lnTo>
                    <a:pt x="654034" y="406189"/>
                  </a:lnTo>
                  <a:cubicBezTo>
                    <a:pt x="654034" y="406189"/>
                    <a:pt x="648900" y="403836"/>
                    <a:pt x="648900" y="403836"/>
                  </a:cubicBezTo>
                  <a:cubicBezTo>
                    <a:pt x="648900" y="403836"/>
                    <a:pt x="646452" y="402579"/>
                    <a:pt x="646452" y="402579"/>
                  </a:cubicBezTo>
                  <a:cubicBezTo>
                    <a:pt x="646452" y="402579"/>
                    <a:pt x="643957" y="401226"/>
                    <a:pt x="643957" y="401226"/>
                  </a:cubicBezTo>
                  <a:cubicBezTo>
                    <a:pt x="643957" y="401226"/>
                    <a:pt x="641442" y="399721"/>
                    <a:pt x="641442" y="399721"/>
                  </a:cubicBezTo>
                  <a:cubicBezTo>
                    <a:pt x="641385" y="399693"/>
                    <a:pt x="641337" y="399655"/>
                    <a:pt x="641280" y="399626"/>
                  </a:cubicBezTo>
                  <a:lnTo>
                    <a:pt x="638623" y="398112"/>
                  </a:lnTo>
                  <a:cubicBezTo>
                    <a:pt x="638623" y="398112"/>
                    <a:pt x="636022" y="396540"/>
                    <a:pt x="636022" y="396540"/>
                  </a:cubicBezTo>
                  <a:cubicBezTo>
                    <a:pt x="635994" y="396531"/>
                    <a:pt x="635965" y="396511"/>
                    <a:pt x="635937" y="396492"/>
                  </a:cubicBezTo>
                  <a:cubicBezTo>
                    <a:pt x="635937" y="396492"/>
                    <a:pt x="631736" y="394035"/>
                    <a:pt x="630736" y="393444"/>
                  </a:cubicBezTo>
                  <a:cubicBezTo>
                    <a:pt x="630736" y="393444"/>
                    <a:pt x="628383" y="391873"/>
                    <a:pt x="628383" y="391873"/>
                  </a:cubicBezTo>
                  <a:cubicBezTo>
                    <a:pt x="628383" y="391873"/>
                    <a:pt x="625869" y="390054"/>
                    <a:pt x="625869" y="390054"/>
                  </a:cubicBezTo>
                  <a:cubicBezTo>
                    <a:pt x="625869" y="390054"/>
                    <a:pt x="620954" y="386253"/>
                    <a:pt x="620573" y="385967"/>
                  </a:cubicBezTo>
                  <a:cubicBezTo>
                    <a:pt x="620573" y="385967"/>
                    <a:pt x="612610" y="379709"/>
                    <a:pt x="612610" y="379709"/>
                  </a:cubicBezTo>
                  <a:cubicBezTo>
                    <a:pt x="612610" y="379709"/>
                    <a:pt x="610095" y="377595"/>
                    <a:pt x="610095" y="377595"/>
                  </a:cubicBezTo>
                  <a:cubicBezTo>
                    <a:pt x="610095" y="377595"/>
                    <a:pt x="607505" y="375337"/>
                    <a:pt x="607505" y="375337"/>
                  </a:cubicBezTo>
                  <a:cubicBezTo>
                    <a:pt x="607505" y="375337"/>
                    <a:pt x="604961" y="372975"/>
                    <a:pt x="604961" y="372975"/>
                  </a:cubicBezTo>
                  <a:cubicBezTo>
                    <a:pt x="604961" y="372975"/>
                    <a:pt x="602371" y="370489"/>
                    <a:pt x="602371" y="370489"/>
                  </a:cubicBezTo>
                  <a:cubicBezTo>
                    <a:pt x="602371" y="370489"/>
                    <a:pt x="597094" y="365108"/>
                    <a:pt x="597094" y="365108"/>
                  </a:cubicBezTo>
                  <a:cubicBezTo>
                    <a:pt x="597065" y="365079"/>
                    <a:pt x="597037" y="365050"/>
                    <a:pt x="597008" y="365022"/>
                  </a:cubicBezTo>
                  <a:lnTo>
                    <a:pt x="594370" y="362402"/>
                  </a:lnTo>
                  <a:cubicBezTo>
                    <a:pt x="594370" y="362402"/>
                    <a:pt x="591826" y="359697"/>
                    <a:pt x="591826" y="359697"/>
                  </a:cubicBezTo>
                  <a:cubicBezTo>
                    <a:pt x="591826" y="359697"/>
                    <a:pt x="589178" y="356802"/>
                    <a:pt x="589178" y="356802"/>
                  </a:cubicBezTo>
                  <a:cubicBezTo>
                    <a:pt x="589178" y="356802"/>
                    <a:pt x="586578" y="353849"/>
                    <a:pt x="586578" y="353849"/>
                  </a:cubicBezTo>
                  <a:cubicBezTo>
                    <a:pt x="586578" y="353849"/>
                    <a:pt x="583911" y="350763"/>
                    <a:pt x="583911" y="350763"/>
                  </a:cubicBezTo>
                  <a:cubicBezTo>
                    <a:pt x="583911" y="350763"/>
                    <a:pt x="581320" y="347648"/>
                    <a:pt x="581320" y="347648"/>
                  </a:cubicBezTo>
                  <a:cubicBezTo>
                    <a:pt x="580863" y="347086"/>
                    <a:pt x="576672" y="341876"/>
                    <a:pt x="576024" y="341076"/>
                  </a:cubicBezTo>
                  <a:cubicBezTo>
                    <a:pt x="576024" y="341076"/>
                    <a:pt x="570748" y="334094"/>
                    <a:pt x="570748" y="334094"/>
                  </a:cubicBezTo>
                  <a:cubicBezTo>
                    <a:pt x="570748" y="334094"/>
                    <a:pt x="568157" y="330437"/>
                    <a:pt x="568157" y="330437"/>
                  </a:cubicBezTo>
                  <a:cubicBezTo>
                    <a:pt x="568157" y="330437"/>
                    <a:pt x="565471" y="326598"/>
                    <a:pt x="565471" y="326598"/>
                  </a:cubicBezTo>
                  <a:cubicBezTo>
                    <a:pt x="565471" y="326598"/>
                    <a:pt x="562823" y="322693"/>
                    <a:pt x="562823" y="322693"/>
                  </a:cubicBezTo>
                  <a:cubicBezTo>
                    <a:pt x="562804" y="322674"/>
                    <a:pt x="562794" y="322645"/>
                    <a:pt x="562775" y="322626"/>
                  </a:cubicBezTo>
                  <a:lnTo>
                    <a:pt x="560061" y="318702"/>
                  </a:lnTo>
                  <a:cubicBezTo>
                    <a:pt x="560061" y="318702"/>
                    <a:pt x="554736" y="310834"/>
                    <a:pt x="554736" y="310834"/>
                  </a:cubicBezTo>
                  <a:cubicBezTo>
                    <a:pt x="554736" y="310834"/>
                    <a:pt x="552060" y="306843"/>
                    <a:pt x="552060" y="306843"/>
                  </a:cubicBezTo>
                  <a:cubicBezTo>
                    <a:pt x="552060" y="306843"/>
                    <a:pt x="546735" y="298423"/>
                    <a:pt x="546735" y="298423"/>
                  </a:cubicBezTo>
                  <a:cubicBezTo>
                    <a:pt x="546735" y="298423"/>
                    <a:pt x="541544" y="289908"/>
                    <a:pt x="541353" y="289603"/>
                  </a:cubicBezTo>
                  <a:cubicBezTo>
                    <a:pt x="541353" y="289603"/>
                    <a:pt x="535991" y="280764"/>
                    <a:pt x="535991" y="280764"/>
                  </a:cubicBezTo>
                  <a:cubicBezTo>
                    <a:pt x="535981" y="280745"/>
                    <a:pt x="535972" y="280716"/>
                    <a:pt x="535953" y="280697"/>
                  </a:cubicBezTo>
                  <a:lnTo>
                    <a:pt x="533257" y="276344"/>
                  </a:lnTo>
                  <a:cubicBezTo>
                    <a:pt x="533257" y="276344"/>
                    <a:pt x="530647" y="271953"/>
                    <a:pt x="530647" y="271953"/>
                  </a:cubicBezTo>
                  <a:cubicBezTo>
                    <a:pt x="530647" y="271953"/>
                    <a:pt x="528009" y="267343"/>
                    <a:pt x="528009" y="267343"/>
                  </a:cubicBezTo>
                  <a:cubicBezTo>
                    <a:pt x="528009" y="267343"/>
                    <a:pt x="525409" y="262428"/>
                    <a:pt x="525409" y="262428"/>
                  </a:cubicBezTo>
                  <a:cubicBezTo>
                    <a:pt x="525409" y="262428"/>
                    <a:pt x="522713" y="257227"/>
                    <a:pt x="522713" y="257227"/>
                  </a:cubicBezTo>
                  <a:cubicBezTo>
                    <a:pt x="522713" y="257227"/>
                    <a:pt x="520065" y="251893"/>
                    <a:pt x="520065" y="251893"/>
                  </a:cubicBezTo>
                  <a:cubicBezTo>
                    <a:pt x="520046" y="251874"/>
                    <a:pt x="520036" y="251846"/>
                    <a:pt x="520027" y="251817"/>
                  </a:cubicBezTo>
                  <a:lnTo>
                    <a:pt x="517341" y="246569"/>
                  </a:lnTo>
                  <a:cubicBezTo>
                    <a:pt x="517322" y="246531"/>
                    <a:pt x="517303" y="246493"/>
                    <a:pt x="517284" y="246455"/>
                  </a:cubicBezTo>
                  <a:lnTo>
                    <a:pt x="514550" y="241311"/>
                  </a:lnTo>
                  <a:cubicBezTo>
                    <a:pt x="514369" y="240978"/>
                    <a:pt x="511883" y="236225"/>
                    <a:pt x="511883" y="236225"/>
                  </a:cubicBezTo>
                  <a:cubicBezTo>
                    <a:pt x="511874" y="236206"/>
                    <a:pt x="511864" y="236196"/>
                    <a:pt x="511854" y="236187"/>
                  </a:cubicBezTo>
                  <a:lnTo>
                    <a:pt x="509140" y="231072"/>
                  </a:lnTo>
                  <a:cubicBezTo>
                    <a:pt x="509140" y="231072"/>
                    <a:pt x="506482" y="225909"/>
                    <a:pt x="506482" y="225909"/>
                  </a:cubicBezTo>
                  <a:cubicBezTo>
                    <a:pt x="506482" y="225900"/>
                    <a:pt x="506473" y="225890"/>
                    <a:pt x="506463" y="225871"/>
                  </a:cubicBezTo>
                  <a:lnTo>
                    <a:pt x="503749" y="220670"/>
                  </a:lnTo>
                  <a:cubicBezTo>
                    <a:pt x="503749" y="220670"/>
                    <a:pt x="501101" y="215432"/>
                    <a:pt x="501101" y="215432"/>
                  </a:cubicBezTo>
                  <a:cubicBezTo>
                    <a:pt x="501101" y="215432"/>
                    <a:pt x="495710" y="204688"/>
                    <a:pt x="495710" y="204688"/>
                  </a:cubicBezTo>
                  <a:cubicBezTo>
                    <a:pt x="495710" y="204688"/>
                    <a:pt x="493062" y="199173"/>
                    <a:pt x="493062" y="199173"/>
                  </a:cubicBezTo>
                  <a:cubicBezTo>
                    <a:pt x="493052" y="199153"/>
                    <a:pt x="493043" y="199134"/>
                    <a:pt x="493033" y="199115"/>
                  </a:cubicBezTo>
                  <a:lnTo>
                    <a:pt x="487613" y="188066"/>
                  </a:lnTo>
                  <a:cubicBezTo>
                    <a:pt x="487585" y="188019"/>
                    <a:pt x="487566" y="187981"/>
                    <a:pt x="487547" y="187933"/>
                  </a:cubicBezTo>
                  <a:cubicBezTo>
                    <a:pt x="487547" y="187933"/>
                    <a:pt x="485089" y="183151"/>
                    <a:pt x="484822" y="182637"/>
                  </a:cubicBezTo>
                  <a:cubicBezTo>
                    <a:pt x="484822" y="182637"/>
                    <a:pt x="482184" y="177332"/>
                    <a:pt x="482184" y="177332"/>
                  </a:cubicBezTo>
                  <a:cubicBezTo>
                    <a:pt x="481955" y="176865"/>
                    <a:pt x="479679" y="172169"/>
                    <a:pt x="479527" y="171855"/>
                  </a:cubicBezTo>
                  <a:cubicBezTo>
                    <a:pt x="479527" y="171855"/>
                    <a:pt x="476821" y="166216"/>
                    <a:pt x="476821" y="166216"/>
                  </a:cubicBezTo>
                  <a:cubicBezTo>
                    <a:pt x="476821" y="166216"/>
                    <a:pt x="474164" y="160472"/>
                    <a:pt x="474164" y="160472"/>
                  </a:cubicBezTo>
                  <a:cubicBezTo>
                    <a:pt x="474155" y="160434"/>
                    <a:pt x="474135" y="160406"/>
                    <a:pt x="474116" y="160368"/>
                  </a:cubicBezTo>
                  <a:lnTo>
                    <a:pt x="468697" y="149042"/>
                  </a:lnTo>
                  <a:cubicBezTo>
                    <a:pt x="468687" y="149004"/>
                    <a:pt x="468668" y="148976"/>
                    <a:pt x="468649" y="148947"/>
                  </a:cubicBezTo>
                  <a:lnTo>
                    <a:pt x="463229" y="137984"/>
                  </a:lnTo>
                  <a:cubicBezTo>
                    <a:pt x="463220" y="137974"/>
                    <a:pt x="463220" y="137965"/>
                    <a:pt x="463210" y="137955"/>
                  </a:cubicBezTo>
                  <a:lnTo>
                    <a:pt x="460486" y="132507"/>
                  </a:lnTo>
                  <a:cubicBezTo>
                    <a:pt x="460486" y="132507"/>
                    <a:pt x="457819" y="127059"/>
                    <a:pt x="457819" y="127059"/>
                  </a:cubicBezTo>
                  <a:cubicBezTo>
                    <a:pt x="457810" y="127021"/>
                    <a:pt x="457791" y="126992"/>
                    <a:pt x="457771" y="126954"/>
                  </a:cubicBezTo>
                  <a:lnTo>
                    <a:pt x="455095" y="121658"/>
                  </a:lnTo>
                  <a:cubicBezTo>
                    <a:pt x="455057" y="121591"/>
                    <a:pt x="455028" y="121525"/>
                    <a:pt x="454990" y="121468"/>
                  </a:cubicBezTo>
                  <a:lnTo>
                    <a:pt x="449580" y="111447"/>
                  </a:lnTo>
                  <a:cubicBezTo>
                    <a:pt x="449580" y="111447"/>
                    <a:pt x="446913" y="106428"/>
                    <a:pt x="446913" y="106428"/>
                  </a:cubicBezTo>
                  <a:cubicBezTo>
                    <a:pt x="446913" y="106428"/>
                    <a:pt x="441550" y="95541"/>
                    <a:pt x="441550" y="95541"/>
                  </a:cubicBezTo>
                  <a:cubicBezTo>
                    <a:pt x="441541" y="95521"/>
                    <a:pt x="441541" y="95512"/>
                    <a:pt x="441531" y="95502"/>
                  </a:cubicBezTo>
                  <a:lnTo>
                    <a:pt x="438855" y="90121"/>
                  </a:lnTo>
                  <a:cubicBezTo>
                    <a:pt x="438817" y="90054"/>
                    <a:pt x="438788" y="89997"/>
                    <a:pt x="438760" y="89930"/>
                  </a:cubicBezTo>
                  <a:lnTo>
                    <a:pt x="436074" y="84863"/>
                  </a:lnTo>
                  <a:cubicBezTo>
                    <a:pt x="436016" y="84768"/>
                    <a:pt x="435969" y="84663"/>
                    <a:pt x="435912" y="84568"/>
                  </a:cubicBezTo>
                  <a:lnTo>
                    <a:pt x="433168" y="79872"/>
                  </a:lnTo>
                  <a:cubicBezTo>
                    <a:pt x="433149" y="79843"/>
                    <a:pt x="433130" y="79815"/>
                    <a:pt x="433111" y="79777"/>
                  </a:cubicBezTo>
                  <a:lnTo>
                    <a:pt x="430435" y="75319"/>
                  </a:lnTo>
                  <a:cubicBezTo>
                    <a:pt x="430406" y="75262"/>
                    <a:pt x="430368" y="75214"/>
                    <a:pt x="430340" y="75167"/>
                  </a:cubicBezTo>
                  <a:lnTo>
                    <a:pt x="424920" y="66556"/>
                  </a:lnTo>
                  <a:cubicBezTo>
                    <a:pt x="424891" y="66508"/>
                    <a:pt x="424872" y="66470"/>
                    <a:pt x="424844" y="66432"/>
                  </a:cubicBezTo>
                  <a:lnTo>
                    <a:pt x="422100" y="62241"/>
                  </a:lnTo>
                  <a:cubicBezTo>
                    <a:pt x="422081" y="62213"/>
                    <a:pt x="422072" y="62193"/>
                    <a:pt x="422053" y="62165"/>
                  </a:cubicBezTo>
                  <a:lnTo>
                    <a:pt x="419367" y="58164"/>
                  </a:lnTo>
                  <a:cubicBezTo>
                    <a:pt x="419357" y="58136"/>
                    <a:pt x="419338" y="58107"/>
                    <a:pt x="419319" y="58088"/>
                  </a:cubicBezTo>
                  <a:lnTo>
                    <a:pt x="416643" y="54173"/>
                  </a:lnTo>
                  <a:cubicBezTo>
                    <a:pt x="416604" y="54126"/>
                    <a:pt x="416576" y="54088"/>
                    <a:pt x="416547" y="54040"/>
                  </a:cubicBezTo>
                  <a:lnTo>
                    <a:pt x="411128" y="46449"/>
                  </a:lnTo>
                  <a:cubicBezTo>
                    <a:pt x="411109" y="46411"/>
                    <a:pt x="411080" y="46382"/>
                    <a:pt x="411061" y="46353"/>
                  </a:cubicBezTo>
                  <a:lnTo>
                    <a:pt x="408356" y="42677"/>
                  </a:lnTo>
                  <a:cubicBezTo>
                    <a:pt x="408032" y="42210"/>
                    <a:pt x="405717" y="38952"/>
                    <a:pt x="405717" y="38952"/>
                  </a:cubicBezTo>
                  <a:cubicBezTo>
                    <a:pt x="405679" y="38905"/>
                    <a:pt x="405641" y="38857"/>
                    <a:pt x="405613" y="38810"/>
                  </a:cubicBezTo>
                  <a:lnTo>
                    <a:pt x="402869" y="35123"/>
                  </a:lnTo>
                  <a:cubicBezTo>
                    <a:pt x="402831" y="35076"/>
                    <a:pt x="402803" y="35028"/>
                    <a:pt x="402765" y="34981"/>
                  </a:cubicBezTo>
                  <a:lnTo>
                    <a:pt x="400079" y="31533"/>
                  </a:lnTo>
                  <a:cubicBezTo>
                    <a:pt x="400012" y="31437"/>
                    <a:pt x="399945" y="31352"/>
                    <a:pt x="399869" y="31266"/>
                  </a:cubicBezTo>
                  <a:lnTo>
                    <a:pt x="397183" y="28094"/>
                  </a:lnTo>
                  <a:cubicBezTo>
                    <a:pt x="397059" y="27942"/>
                    <a:pt x="396926" y="27789"/>
                    <a:pt x="396783" y="27646"/>
                  </a:cubicBezTo>
                  <a:lnTo>
                    <a:pt x="394049" y="24836"/>
                  </a:lnTo>
                  <a:cubicBezTo>
                    <a:pt x="393964" y="24760"/>
                    <a:pt x="393887" y="24675"/>
                    <a:pt x="393802" y="24598"/>
                  </a:cubicBezTo>
                  <a:lnTo>
                    <a:pt x="391125" y="22065"/>
                  </a:lnTo>
                  <a:cubicBezTo>
                    <a:pt x="390963" y="21922"/>
                    <a:pt x="390801" y="21779"/>
                    <a:pt x="390639" y="21646"/>
                  </a:cubicBezTo>
                  <a:lnTo>
                    <a:pt x="387896" y="19436"/>
                  </a:lnTo>
                  <a:cubicBezTo>
                    <a:pt x="387877" y="19417"/>
                    <a:pt x="387868" y="19407"/>
                    <a:pt x="387848" y="19398"/>
                  </a:cubicBezTo>
                  <a:lnTo>
                    <a:pt x="379752" y="12949"/>
                  </a:lnTo>
                  <a:cubicBezTo>
                    <a:pt x="379714" y="12930"/>
                    <a:pt x="379686" y="12902"/>
                    <a:pt x="379657" y="12883"/>
                  </a:cubicBezTo>
                  <a:lnTo>
                    <a:pt x="376914" y="10758"/>
                  </a:lnTo>
                  <a:cubicBezTo>
                    <a:pt x="376819" y="10682"/>
                    <a:pt x="376723" y="10616"/>
                    <a:pt x="376619" y="10539"/>
                  </a:cubicBezTo>
                  <a:lnTo>
                    <a:pt x="373932" y="8653"/>
                  </a:lnTo>
                  <a:cubicBezTo>
                    <a:pt x="373742" y="8520"/>
                    <a:pt x="373551" y="8387"/>
                    <a:pt x="373342" y="8272"/>
                  </a:cubicBezTo>
                  <a:lnTo>
                    <a:pt x="370665" y="6710"/>
                  </a:lnTo>
                  <a:cubicBezTo>
                    <a:pt x="370456" y="6587"/>
                    <a:pt x="370237" y="6472"/>
                    <a:pt x="370008" y="6367"/>
                  </a:cubicBezTo>
                  <a:lnTo>
                    <a:pt x="367274" y="5072"/>
                  </a:lnTo>
                  <a:cubicBezTo>
                    <a:pt x="367246" y="5063"/>
                    <a:pt x="367227" y="5053"/>
                    <a:pt x="367198" y="5043"/>
                  </a:cubicBezTo>
                  <a:lnTo>
                    <a:pt x="361779" y="2557"/>
                  </a:lnTo>
                  <a:cubicBezTo>
                    <a:pt x="361645" y="2491"/>
                    <a:pt x="361502" y="2434"/>
                    <a:pt x="361369" y="2376"/>
                  </a:cubicBezTo>
                  <a:lnTo>
                    <a:pt x="358683" y="1319"/>
                  </a:lnTo>
                  <a:cubicBezTo>
                    <a:pt x="358273" y="1157"/>
                    <a:pt x="357845" y="1024"/>
                    <a:pt x="357407" y="929"/>
                  </a:cubicBezTo>
                  <a:lnTo>
                    <a:pt x="354673" y="329"/>
                  </a:lnTo>
                  <a:cubicBezTo>
                    <a:pt x="354225" y="233"/>
                    <a:pt x="353778" y="176"/>
                    <a:pt x="353330" y="148"/>
                  </a:cubicBezTo>
                  <a:lnTo>
                    <a:pt x="350644" y="14"/>
                  </a:lnTo>
                  <a:cubicBezTo>
                    <a:pt x="350358" y="-5"/>
                    <a:pt x="350072" y="-5"/>
                    <a:pt x="349787" y="14"/>
                  </a:cubicBezTo>
                  <a:lnTo>
                    <a:pt x="347110" y="148"/>
                  </a:lnTo>
                  <a:cubicBezTo>
                    <a:pt x="347015" y="157"/>
                    <a:pt x="346929" y="167"/>
                    <a:pt x="346843" y="167"/>
                  </a:cubicBezTo>
                  <a:lnTo>
                    <a:pt x="344100" y="405"/>
                  </a:lnTo>
                  <a:cubicBezTo>
                    <a:pt x="343957" y="414"/>
                    <a:pt x="343814" y="433"/>
                    <a:pt x="343672" y="452"/>
                  </a:cubicBezTo>
                  <a:lnTo>
                    <a:pt x="340985" y="814"/>
                  </a:lnTo>
                  <a:cubicBezTo>
                    <a:pt x="340862" y="833"/>
                    <a:pt x="340728" y="852"/>
                    <a:pt x="340604" y="881"/>
                  </a:cubicBezTo>
                  <a:lnTo>
                    <a:pt x="337871" y="1386"/>
                  </a:lnTo>
                  <a:cubicBezTo>
                    <a:pt x="337814" y="1395"/>
                    <a:pt x="337757" y="1405"/>
                    <a:pt x="337699" y="1414"/>
                  </a:cubicBezTo>
                  <a:lnTo>
                    <a:pt x="335023" y="1967"/>
                  </a:lnTo>
                  <a:cubicBezTo>
                    <a:pt x="334899" y="1995"/>
                    <a:pt x="334785" y="2024"/>
                    <a:pt x="334661" y="2053"/>
                  </a:cubicBezTo>
                  <a:lnTo>
                    <a:pt x="331927" y="2738"/>
                  </a:lnTo>
                  <a:cubicBezTo>
                    <a:pt x="331661" y="2805"/>
                    <a:pt x="331394" y="2891"/>
                    <a:pt x="331137" y="2986"/>
                  </a:cubicBezTo>
                  <a:lnTo>
                    <a:pt x="328460" y="3948"/>
                  </a:lnTo>
                  <a:cubicBezTo>
                    <a:pt x="328155" y="4053"/>
                    <a:pt x="327860" y="4186"/>
                    <a:pt x="327574" y="4329"/>
                  </a:cubicBezTo>
                  <a:lnTo>
                    <a:pt x="324888" y="5663"/>
                  </a:lnTo>
                  <a:cubicBezTo>
                    <a:pt x="324717" y="5748"/>
                    <a:pt x="324555" y="5844"/>
                    <a:pt x="324383" y="5939"/>
                  </a:cubicBezTo>
                  <a:lnTo>
                    <a:pt x="321640" y="7549"/>
                  </a:lnTo>
                  <a:cubicBezTo>
                    <a:pt x="321478" y="7644"/>
                    <a:pt x="321316" y="7749"/>
                    <a:pt x="321154" y="7863"/>
                  </a:cubicBezTo>
                  <a:lnTo>
                    <a:pt x="318468" y="9701"/>
                  </a:lnTo>
                  <a:cubicBezTo>
                    <a:pt x="318440" y="9720"/>
                    <a:pt x="318411" y="9739"/>
                    <a:pt x="318383" y="9768"/>
                  </a:cubicBezTo>
                  <a:lnTo>
                    <a:pt x="315649" y="11701"/>
                  </a:lnTo>
                  <a:cubicBezTo>
                    <a:pt x="315525" y="11787"/>
                    <a:pt x="315401" y="11873"/>
                    <a:pt x="315287" y="11968"/>
                  </a:cubicBezTo>
                  <a:lnTo>
                    <a:pt x="312677" y="14026"/>
                  </a:lnTo>
                  <a:cubicBezTo>
                    <a:pt x="312677" y="14026"/>
                    <a:pt x="310001" y="16045"/>
                    <a:pt x="310001" y="16045"/>
                  </a:cubicBezTo>
                  <a:cubicBezTo>
                    <a:pt x="309944" y="16092"/>
                    <a:pt x="309886" y="16140"/>
                    <a:pt x="309829" y="16188"/>
                  </a:cubicBezTo>
                  <a:lnTo>
                    <a:pt x="304467" y="20464"/>
                  </a:lnTo>
                  <a:cubicBezTo>
                    <a:pt x="304390" y="20522"/>
                    <a:pt x="304314" y="20588"/>
                    <a:pt x="304248" y="20645"/>
                  </a:cubicBezTo>
                  <a:lnTo>
                    <a:pt x="301504" y="22998"/>
                  </a:lnTo>
                  <a:cubicBezTo>
                    <a:pt x="301371" y="23122"/>
                    <a:pt x="301228" y="23236"/>
                    <a:pt x="301104" y="23370"/>
                  </a:cubicBezTo>
                  <a:lnTo>
                    <a:pt x="298418" y="25989"/>
                  </a:lnTo>
                  <a:cubicBezTo>
                    <a:pt x="298294" y="26113"/>
                    <a:pt x="298180" y="26237"/>
                    <a:pt x="298066" y="26370"/>
                  </a:cubicBezTo>
                  <a:lnTo>
                    <a:pt x="295323" y="29408"/>
                  </a:lnTo>
                  <a:cubicBezTo>
                    <a:pt x="295180" y="29561"/>
                    <a:pt x="295056" y="29713"/>
                    <a:pt x="294923" y="29875"/>
                  </a:cubicBezTo>
                  <a:lnTo>
                    <a:pt x="286883" y="40248"/>
                  </a:lnTo>
                  <a:cubicBezTo>
                    <a:pt x="286883" y="40248"/>
                    <a:pt x="284207" y="43534"/>
                    <a:pt x="284207" y="43534"/>
                  </a:cubicBezTo>
                  <a:cubicBezTo>
                    <a:pt x="284169" y="43582"/>
                    <a:pt x="284131" y="43639"/>
                    <a:pt x="284083" y="43686"/>
                  </a:cubicBezTo>
                  <a:lnTo>
                    <a:pt x="281407" y="47144"/>
                  </a:lnTo>
                  <a:cubicBezTo>
                    <a:pt x="281340" y="47220"/>
                    <a:pt x="281283" y="47306"/>
                    <a:pt x="281226" y="47392"/>
                  </a:cubicBezTo>
                  <a:lnTo>
                    <a:pt x="278540" y="51116"/>
                  </a:lnTo>
                  <a:cubicBezTo>
                    <a:pt x="278511" y="51154"/>
                    <a:pt x="278482" y="51202"/>
                    <a:pt x="278454" y="51240"/>
                  </a:cubicBezTo>
                  <a:lnTo>
                    <a:pt x="275711" y="55202"/>
                  </a:lnTo>
                  <a:cubicBezTo>
                    <a:pt x="275654" y="55297"/>
                    <a:pt x="275587" y="55383"/>
                    <a:pt x="275530" y="55488"/>
                  </a:cubicBezTo>
                  <a:lnTo>
                    <a:pt x="270100" y="64051"/>
                  </a:lnTo>
                  <a:cubicBezTo>
                    <a:pt x="270081" y="64079"/>
                    <a:pt x="270062" y="64118"/>
                    <a:pt x="270043" y="64146"/>
                  </a:cubicBezTo>
                  <a:lnTo>
                    <a:pt x="267357" y="68528"/>
                  </a:lnTo>
                  <a:cubicBezTo>
                    <a:pt x="267348" y="68547"/>
                    <a:pt x="267338" y="68566"/>
                    <a:pt x="267319" y="68585"/>
                  </a:cubicBezTo>
                  <a:lnTo>
                    <a:pt x="264585" y="73147"/>
                  </a:lnTo>
                  <a:cubicBezTo>
                    <a:pt x="264538" y="73223"/>
                    <a:pt x="264500" y="73290"/>
                    <a:pt x="264452" y="73366"/>
                  </a:cubicBezTo>
                  <a:lnTo>
                    <a:pt x="261776" y="78157"/>
                  </a:lnTo>
                  <a:cubicBezTo>
                    <a:pt x="261747" y="78196"/>
                    <a:pt x="261728" y="78234"/>
                    <a:pt x="261709" y="78272"/>
                  </a:cubicBezTo>
                  <a:lnTo>
                    <a:pt x="253632" y="93235"/>
                  </a:lnTo>
                  <a:cubicBezTo>
                    <a:pt x="253355" y="93731"/>
                    <a:pt x="250917" y="98122"/>
                    <a:pt x="250917" y="98122"/>
                  </a:cubicBezTo>
                  <a:cubicBezTo>
                    <a:pt x="250889" y="98160"/>
                    <a:pt x="250869" y="98208"/>
                    <a:pt x="250841" y="98246"/>
                  </a:cubicBezTo>
                  <a:lnTo>
                    <a:pt x="245421" y="108428"/>
                  </a:lnTo>
                  <a:cubicBezTo>
                    <a:pt x="245393" y="108485"/>
                    <a:pt x="245364" y="108542"/>
                    <a:pt x="245335" y="108609"/>
                  </a:cubicBezTo>
                  <a:lnTo>
                    <a:pt x="240001" y="119210"/>
                  </a:lnTo>
                  <a:cubicBezTo>
                    <a:pt x="239535" y="120105"/>
                    <a:pt x="235039" y="128621"/>
                    <a:pt x="234648" y="129354"/>
                  </a:cubicBezTo>
                  <a:cubicBezTo>
                    <a:pt x="234648" y="129354"/>
                    <a:pt x="231934" y="134326"/>
                    <a:pt x="231934" y="134326"/>
                  </a:cubicBezTo>
                  <a:cubicBezTo>
                    <a:pt x="231915" y="134364"/>
                    <a:pt x="231896" y="134412"/>
                    <a:pt x="231867" y="134450"/>
                  </a:cubicBezTo>
                  <a:lnTo>
                    <a:pt x="226447" y="144813"/>
                  </a:lnTo>
                  <a:cubicBezTo>
                    <a:pt x="226419" y="144861"/>
                    <a:pt x="226400" y="144918"/>
                    <a:pt x="226371" y="144966"/>
                  </a:cubicBezTo>
                  <a:lnTo>
                    <a:pt x="223685" y="150357"/>
                  </a:lnTo>
                  <a:cubicBezTo>
                    <a:pt x="223676" y="150366"/>
                    <a:pt x="223676" y="150385"/>
                    <a:pt x="223666" y="150405"/>
                  </a:cubicBezTo>
                  <a:cubicBezTo>
                    <a:pt x="223666" y="150405"/>
                    <a:pt x="221161" y="155510"/>
                    <a:pt x="220990" y="155862"/>
                  </a:cubicBezTo>
                  <a:cubicBezTo>
                    <a:pt x="220990" y="155862"/>
                    <a:pt x="218265" y="161368"/>
                    <a:pt x="218265" y="161368"/>
                  </a:cubicBezTo>
                  <a:cubicBezTo>
                    <a:pt x="218246" y="161406"/>
                    <a:pt x="218227" y="161444"/>
                    <a:pt x="218208" y="161473"/>
                  </a:cubicBezTo>
                  <a:lnTo>
                    <a:pt x="212789" y="172807"/>
                  </a:lnTo>
                  <a:cubicBezTo>
                    <a:pt x="212779" y="172826"/>
                    <a:pt x="212769" y="172836"/>
                    <a:pt x="212760" y="172855"/>
                  </a:cubicBezTo>
                  <a:lnTo>
                    <a:pt x="210112" y="178503"/>
                  </a:lnTo>
                  <a:cubicBezTo>
                    <a:pt x="210112" y="178503"/>
                    <a:pt x="207416" y="183980"/>
                    <a:pt x="207416" y="183980"/>
                  </a:cubicBezTo>
                  <a:cubicBezTo>
                    <a:pt x="207416" y="183980"/>
                    <a:pt x="204759" y="189276"/>
                    <a:pt x="204759" y="189276"/>
                  </a:cubicBezTo>
                  <a:cubicBezTo>
                    <a:pt x="204759" y="189276"/>
                    <a:pt x="199339" y="200001"/>
                    <a:pt x="199339" y="200001"/>
                  </a:cubicBezTo>
                  <a:cubicBezTo>
                    <a:pt x="199320" y="200049"/>
                    <a:pt x="199292" y="200096"/>
                    <a:pt x="199273" y="200144"/>
                  </a:cubicBezTo>
                  <a:cubicBezTo>
                    <a:pt x="199273" y="200144"/>
                    <a:pt x="196787" y="205316"/>
                    <a:pt x="196596" y="205697"/>
                  </a:cubicBezTo>
                  <a:cubicBezTo>
                    <a:pt x="196596" y="205697"/>
                    <a:pt x="191738" y="215651"/>
                    <a:pt x="191233" y="216679"/>
                  </a:cubicBezTo>
                  <a:cubicBezTo>
                    <a:pt x="191233" y="216679"/>
                    <a:pt x="188538" y="221899"/>
                    <a:pt x="188538" y="221899"/>
                  </a:cubicBezTo>
                  <a:cubicBezTo>
                    <a:pt x="188528" y="221909"/>
                    <a:pt x="188519" y="221918"/>
                    <a:pt x="188519" y="221937"/>
                  </a:cubicBezTo>
                  <a:lnTo>
                    <a:pt x="185861" y="227119"/>
                  </a:lnTo>
                  <a:cubicBezTo>
                    <a:pt x="185861" y="227119"/>
                    <a:pt x="183156" y="232224"/>
                    <a:pt x="183156" y="232224"/>
                  </a:cubicBezTo>
                  <a:cubicBezTo>
                    <a:pt x="183147" y="232234"/>
                    <a:pt x="183137" y="232243"/>
                    <a:pt x="183137" y="232262"/>
                  </a:cubicBezTo>
                  <a:cubicBezTo>
                    <a:pt x="183137" y="232262"/>
                    <a:pt x="180623" y="237044"/>
                    <a:pt x="180461" y="237358"/>
                  </a:cubicBezTo>
                  <a:cubicBezTo>
                    <a:pt x="180461" y="237358"/>
                    <a:pt x="175050" y="247560"/>
                    <a:pt x="175050" y="247560"/>
                  </a:cubicBezTo>
                  <a:cubicBezTo>
                    <a:pt x="175031" y="247598"/>
                    <a:pt x="175012" y="247636"/>
                    <a:pt x="174993" y="247674"/>
                  </a:cubicBezTo>
                  <a:lnTo>
                    <a:pt x="172326" y="252884"/>
                  </a:lnTo>
                  <a:cubicBezTo>
                    <a:pt x="172326" y="252884"/>
                    <a:pt x="167383" y="262295"/>
                    <a:pt x="166954" y="263104"/>
                  </a:cubicBezTo>
                  <a:cubicBezTo>
                    <a:pt x="166954" y="263104"/>
                    <a:pt x="161963" y="272258"/>
                    <a:pt x="161592" y="272953"/>
                  </a:cubicBezTo>
                  <a:cubicBezTo>
                    <a:pt x="161592" y="272953"/>
                    <a:pt x="158953" y="277649"/>
                    <a:pt x="158953" y="277649"/>
                  </a:cubicBezTo>
                  <a:cubicBezTo>
                    <a:pt x="158667" y="278144"/>
                    <a:pt x="156248" y="282345"/>
                    <a:pt x="156248" y="282345"/>
                  </a:cubicBezTo>
                  <a:cubicBezTo>
                    <a:pt x="156239" y="282354"/>
                    <a:pt x="156229" y="282373"/>
                    <a:pt x="156229" y="282383"/>
                  </a:cubicBezTo>
                  <a:lnTo>
                    <a:pt x="153600" y="286984"/>
                  </a:lnTo>
                  <a:cubicBezTo>
                    <a:pt x="153048" y="287888"/>
                    <a:pt x="148771" y="294937"/>
                    <a:pt x="148276" y="295746"/>
                  </a:cubicBezTo>
                  <a:cubicBezTo>
                    <a:pt x="148276" y="295746"/>
                    <a:pt x="142923" y="304167"/>
                    <a:pt x="142923" y="304167"/>
                  </a:cubicBezTo>
                  <a:cubicBezTo>
                    <a:pt x="142923" y="304167"/>
                    <a:pt x="140294" y="308234"/>
                    <a:pt x="140294" y="308234"/>
                  </a:cubicBezTo>
                  <a:cubicBezTo>
                    <a:pt x="140294" y="308234"/>
                    <a:pt x="137589" y="312282"/>
                    <a:pt x="137589" y="312282"/>
                  </a:cubicBezTo>
                  <a:cubicBezTo>
                    <a:pt x="137570" y="312301"/>
                    <a:pt x="137551" y="312330"/>
                    <a:pt x="137541" y="312349"/>
                  </a:cubicBezTo>
                  <a:lnTo>
                    <a:pt x="134884" y="316406"/>
                  </a:lnTo>
                  <a:cubicBezTo>
                    <a:pt x="134884" y="316406"/>
                    <a:pt x="129540" y="324350"/>
                    <a:pt x="129540" y="324350"/>
                  </a:cubicBezTo>
                  <a:cubicBezTo>
                    <a:pt x="129540" y="324350"/>
                    <a:pt x="126873" y="328160"/>
                    <a:pt x="126873" y="328160"/>
                  </a:cubicBezTo>
                  <a:cubicBezTo>
                    <a:pt x="126873" y="328160"/>
                    <a:pt x="124282" y="331770"/>
                    <a:pt x="124282" y="331770"/>
                  </a:cubicBezTo>
                  <a:cubicBezTo>
                    <a:pt x="124282" y="331770"/>
                    <a:pt x="121710" y="335161"/>
                    <a:pt x="121710" y="335161"/>
                  </a:cubicBezTo>
                  <a:cubicBezTo>
                    <a:pt x="121710" y="335161"/>
                    <a:pt x="116405" y="341886"/>
                    <a:pt x="116405" y="341886"/>
                  </a:cubicBezTo>
                  <a:cubicBezTo>
                    <a:pt x="116405" y="341886"/>
                    <a:pt x="111090" y="348286"/>
                    <a:pt x="111090" y="348286"/>
                  </a:cubicBezTo>
                  <a:cubicBezTo>
                    <a:pt x="111090" y="348286"/>
                    <a:pt x="108433" y="351363"/>
                    <a:pt x="108433" y="351363"/>
                  </a:cubicBezTo>
                  <a:cubicBezTo>
                    <a:pt x="108433" y="351363"/>
                    <a:pt x="105851" y="354297"/>
                    <a:pt x="105851" y="354297"/>
                  </a:cubicBezTo>
                  <a:cubicBezTo>
                    <a:pt x="105851" y="354297"/>
                    <a:pt x="100498" y="360069"/>
                    <a:pt x="100498" y="360069"/>
                  </a:cubicBezTo>
                  <a:cubicBezTo>
                    <a:pt x="100470" y="360097"/>
                    <a:pt x="100441" y="360136"/>
                    <a:pt x="100403" y="360174"/>
                  </a:cubicBezTo>
                  <a:lnTo>
                    <a:pt x="97765" y="363126"/>
                  </a:lnTo>
                  <a:cubicBezTo>
                    <a:pt x="97765" y="363126"/>
                    <a:pt x="92478" y="368860"/>
                    <a:pt x="92478" y="368860"/>
                  </a:cubicBezTo>
                  <a:cubicBezTo>
                    <a:pt x="92478" y="368860"/>
                    <a:pt x="89945" y="371423"/>
                    <a:pt x="89945" y="371423"/>
                  </a:cubicBezTo>
                  <a:cubicBezTo>
                    <a:pt x="89945" y="371423"/>
                    <a:pt x="87525" y="373709"/>
                    <a:pt x="87525" y="373709"/>
                  </a:cubicBezTo>
                  <a:cubicBezTo>
                    <a:pt x="87525" y="373709"/>
                    <a:pt x="82344" y="378109"/>
                    <a:pt x="82344" y="378109"/>
                  </a:cubicBezTo>
                  <a:cubicBezTo>
                    <a:pt x="82344" y="378109"/>
                    <a:pt x="79800" y="380167"/>
                    <a:pt x="79800" y="380167"/>
                  </a:cubicBezTo>
                  <a:cubicBezTo>
                    <a:pt x="79800" y="380167"/>
                    <a:pt x="74876" y="384005"/>
                    <a:pt x="74457" y="384339"/>
                  </a:cubicBezTo>
                  <a:cubicBezTo>
                    <a:pt x="73962" y="384720"/>
                    <a:pt x="67304" y="389825"/>
                    <a:pt x="66418" y="390501"/>
                  </a:cubicBezTo>
                  <a:cubicBezTo>
                    <a:pt x="66418" y="390501"/>
                    <a:pt x="63951" y="392282"/>
                    <a:pt x="63951" y="392282"/>
                  </a:cubicBezTo>
                  <a:cubicBezTo>
                    <a:pt x="63951" y="392282"/>
                    <a:pt x="61503" y="393921"/>
                    <a:pt x="61503" y="393921"/>
                  </a:cubicBezTo>
                  <a:cubicBezTo>
                    <a:pt x="61503" y="393921"/>
                    <a:pt x="58941" y="395521"/>
                    <a:pt x="58941" y="395521"/>
                  </a:cubicBezTo>
                  <a:cubicBezTo>
                    <a:pt x="58941" y="395521"/>
                    <a:pt x="56369" y="397054"/>
                    <a:pt x="56369" y="397054"/>
                  </a:cubicBezTo>
                  <a:cubicBezTo>
                    <a:pt x="56369" y="397054"/>
                    <a:pt x="51073" y="400121"/>
                    <a:pt x="51073" y="400121"/>
                  </a:cubicBezTo>
                  <a:cubicBezTo>
                    <a:pt x="51073" y="400121"/>
                    <a:pt x="48435" y="401579"/>
                    <a:pt x="48435" y="401579"/>
                  </a:cubicBezTo>
                  <a:cubicBezTo>
                    <a:pt x="48435" y="401579"/>
                    <a:pt x="43263" y="404379"/>
                    <a:pt x="43263" y="404379"/>
                  </a:cubicBezTo>
                  <a:cubicBezTo>
                    <a:pt x="43263" y="404379"/>
                    <a:pt x="40757" y="405598"/>
                    <a:pt x="40757" y="405598"/>
                  </a:cubicBezTo>
                  <a:cubicBezTo>
                    <a:pt x="40757" y="405598"/>
                    <a:pt x="38271" y="406751"/>
                    <a:pt x="38271" y="406751"/>
                  </a:cubicBezTo>
                  <a:cubicBezTo>
                    <a:pt x="38271" y="406751"/>
                    <a:pt x="33052" y="408970"/>
                    <a:pt x="33052" y="408970"/>
                  </a:cubicBezTo>
                  <a:cubicBezTo>
                    <a:pt x="33052" y="408970"/>
                    <a:pt x="27832" y="411056"/>
                    <a:pt x="27832" y="411056"/>
                  </a:cubicBezTo>
                  <a:cubicBezTo>
                    <a:pt x="27832" y="411056"/>
                    <a:pt x="22660" y="412942"/>
                    <a:pt x="22660" y="412942"/>
                  </a:cubicBezTo>
                  <a:cubicBezTo>
                    <a:pt x="22660" y="412942"/>
                    <a:pt x="20193" y="413752"/>
                    <a:pt x="20193" y="413752"/>
                  </a:cubicBezTo>
                  <a:cubicBezTo>
                    <a:pt x="19593" y="413933"/>
                    <a:pt x="15516" y="415180"/>
                    <a:pt x="14916" y="415361"/>
                  </a:cubicBezTo>
                  <a:cubicBezTo>
                    <a:pt x="14916" y="415361"/>
                    <a:pt x="12297" y="416114"/>
                    <a:pt x="12297" y="416114"/>
                  </a:cubicBezTo>
                  <a:cubicBezTo>
                    <a:pt x="12297" y="416114"/>
                    <a:pt x="0" y="419638"/>
                    <a:pt x="0" y="419638"/>
                  </a:cubicBezTo>
                  <a:cubicBezTo>
                    <a:pt x="0" y="419638"/>
                    <a:pt x="0" y="436250"/>
                    <a:pt x="0" y="436250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F643AD23-30D2-D0C8-6CCB-D72A641131A8}"/>
                </a:ext>
              </a:extLst>
            </p:cNvPr>
            <p:cNvSpPr/>
            <p:nvPr/>
          </p:nvSpPr>
          <p:spPr>
            <a:xfrm>
              <a:off x="6220767" y="742635"/>
              <a:ext cx="695353" cy="16583"/>
            </a:xfrm>
            <a:prstGeom prst="rect">
              <a:avLst/>
            </a:pr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s-ES" dirty="0"/>
            </a:p>
          </p:txBody>
        </p:sp>
      </p:grp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5DBBF624-5F49-E2E1-D507-57244045E720}"/>
              </a:ext>
            </a:extLst>
          </p:cNvPr>
          <p:cNvCxnSpPr>
            <a:cxnSpLocks/>
            <a:endCxn id="18" idx="528"/>
          </p:cNvCxnSpPr>
          <p:nvPr/>
        </p:nvCxnSpPr>
        <p:spPr>
          <a:xfrm flipV="1">
            <a:off x="7572061" y="1257684"/>
            <a:ext cx="0" cy="269903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áfico 14">
            <a:extLst>
              <a:ext uri="{FF2B5EF4-FFF2-40B4-BE49-F238E27FC236}">
                <a16:creationId xmlns:a16="http://schemas.microsoft.com/office/drawing/2014/main" id="{65099210-542F-862A-EA96-CA779B01B625}"/>
              </a:ext>
            </a:extLst>
          </p:cNvPr>
          <p:cNvGrpSpPr/>
          <p:nvPr/>
        </p:nvGrpSpPr>
        <p:grpSpPr>
          <a:xfrm rot="5400000">
            <a:off x="11177442" y="3299701"/>
            <a:ext cx="1047749" cy="824831"/>
            <a:chOff x="6220767" y="279011"/>
            <a:chExt cx="695353" cy="480207"/>
          </a:xfrm>
          <a:solidFill>
            <a:schemeClr val="tx1"/>
          </a:solidFill>
        </p:grpSpPr>
        <p:sp>
          <p:nvSpPr>
            <p:cNvPr id="56" name="Forma libre: forma 55">
              <a:extLst>
                <a:ext uri="{FF2B5EF4-FFF2-40B4-BE49-F238E27FC236}">
                  <a16:creationId xmlns:a16="http://schemas.microsoft.com/office/drawing/2014/main" id="{019A6772-A305-62AD-B1D2-62EEBF156ECE}"/>
                </a:ext>
              </a:extLst>
            </p:cNvPr>
            <p:cNvSpPr/>
            <p:nvPr/>
          </p:nvSpPr>
          <p:spPr>
            <a:xfrm>
              <a:off x="6220767" y="279011"/>
              <a:ext cx="695344" cy="436916"/>
            </a:xfrm>
            <a:custGeom>
              <a:avLst/>
              <a:gdLst>
                <a:gd name="csX0" fmla="*/ 0 w 695344"/>
                <a:gd name="csY0" fmla="*/ 436250 h 436916"/>
                <a:gd name="csX1" fmla="*/ 2934 w 695344"/>
                <a:gd name="csY1" fmla="*/ 435840 h 436916"/>
                <a:gd name="csX2" fmla="*/ 3181 w 695344"/>
                <a:gd name="csY2" fmla="*/ 435783 h 436916"/>
                <a:gd name="csX3" fmla="*/ 16707 w 695344"/>
                <a:gd name="csY3" fmla="*/ 432097 h 436916"/>
                <a:gd name="csX4" fmla="*/ 16802 w 695344"/>
                <a:gd name="csY4" fmla="*/ 432068 h 436916"/>
                <a:gd name="csX5" fmla="*/ 19545 w 695344"/>
                <a:gd name="csY5" fmla="*/ 431287 h 436916"/>
                <a:gd name="csX6" fmla="*/ 19688 w 695344"/>
                <a:gd name="csY6" fmla="*/ 431240 h 436916"/>
                <a:gd name="csX7" fmla="*/ 25108 w 695344"/>
                <a:gd name="csY7" fmla="*/ 429582 h 436916"/>
                <a:gd name="csX8" fmla="*/ 25260 w 695344"/>
                <a:gd name="csY8" fmla="*/ 429535 h 436916"/>
                <a:gd name="csX9" fmla="*/ 27937 w 695344"/>
                <a:gd name="csY9" fmla="*/ 428658 h 436916"/>
                <a:gd name="csX10" fmla="*/ 28213 w 695344"/>
                <a:gd name="csY10" fmla="*/ 428563 h 436916"/>
                <a:gd name="csX11" fmla="*/ 33633 w 695344"/>
                <a:gd name="csY11" fmla="*/ 426591 h 436916"/>
                <a:gd name="csX12" fmla="*/ 33861 w 695344"/>
                <a:gd name="csY12" fmla="*/ 426496 h 436916"/>
                <a:gd name="csX13" fmla="*/ 39291 w 695344"/>
                <a:gd name="csY13" fmla="*/ 424334 h 436916"/>
                <a:gd name="csX14" fmla="*/ 39453 w 695344"/>
                <a:gd name="csY14" fmla="*/ 424267 h 436916"/>
                <a:gd name="csX15" fmla="*/ 44872 w 695344"/>
                <a:gd name="csY15" fmla="*/ 421962 h 436916"/>
                <a:gd name="csX16" fmla="*/ 45120 w 695344"/>
                <a:gd name="csY16" fmla="*/ 421858 h 436916"/>
                <a:gd name="csX17" fmla="*/ 47806 w 695344"/>
                <a:gd name="csY17" fmla="*/ 420610 h 436916"/>
                <a:gd name="csX18" fmla="*/ 47949 w 695344"/>
                <a:gd name="csY18" fmla="*/ 420543 h 436916"/>
                <a:gd name="csX19" fmla="*/ 50692 w 695344"/>
                <a:gd name="csY19" fmla="*/ 419210 h 436916"/>
                <a:gd name="csX20" fmla="*/ 50997 w 695344"/>
                <a:gd name="csY20" fmla="*/ 419048 h 436916"/>
                <a:gd name="csX21" fmla="*/ 56359 w 695344"/>
                <a:gd name="csY21" fmla="*/ 416142 h 436916"/>
                <a:gd name="csX22" fmla="*/ 56445 w 695344"/>
                <a:gd name="csY22" fmla="*/ 416104 h 436916"/>
                <a:gd name="csX23" fmla="*/ 59179 w 695344"/>
                <a:gd name="csY23" fmla="*/ 414580 h 436916"/>
                <a:gd name="csX24" fmla="*/ 59303 w 695344"/>
                <a:gd name="csY24" fmla="*/ 414514 h 436916"/>
                <a:gd name="csX25" fmla="*/ 64732 w 695344"/>
                <a:gd name="csY25" fmla="*/ 411380 h 436916"/>
                <a:gd name="csX26" fmla="*/ 64856 w 695344"/>
                <a:gd name="csY26" fmla="*/ 411304 h 436916"/>
                <a:gd name="csX27" fmla="*/ 67532 w 695344"/>
                <a:gd name="csY27" fmla="*/ 409694 h 436916"/>
                <a:gd name="csX28" fmla="*/ 67637 w 695344"/>
                <a:gd name="csY28" fmla="*/ 409627 h 436916"/>
                <a:gd name="csX29" fmla="*/ 70380 w 695344"/>
                <a:gd name="csY29" fmla="*/ 407922 h 436916"/>
                <a:gd name="csX30" fmla="*/ 70618 w 695344"/>
                <a:gd name="csY30" fmla="*/ 407770 h 436916"/>
                <a:gd name="csX31" fmla="*/ 73295 w 695344"/>
                <a:gd name="csY31" fmla="*/ 405979 h 436916"/>
                <a:gd name="csX32" fmla="*/ 73533 w 695344"/>
                <a:gd name="csY32" fmla="*/ 405817 h 436916"/>
                <a:gd name="csX33" fmla="*/ 76219 w 695344"/>
                <a:gd name="csY33" fmla="*/ 403884 h 436916"/>
                <a:gd name="csX34" fmla="*/ 76410 w 695344"/>
                <a:gd name="csY34" fmla="*/ 403731 h 436916"/>
                <a:gd name="csX35" fmla="*/ 84572 w 695344"/>
                <a:gd name="csY35" fmla="*/ 397473 h 436916"/>
                <a:gd name="csX36" fmla="*/ 84630 w 695344"/>
                <a:gd name="csY36" fmla="*/ 397426 h 436916"/>
                <a:gd name="csX37" fmla="*/ 90059 w 695344"/>
                <a:gd name="csY37" fmla="*/ 393187 h 436916"/>
                <a:gd name="csX38" fmla="*/ 90154 w 695344"/>
                <a:gd name="csY38" fmla="*/ 393111 h 436916"/>
                <a:gd name="csX39" fmla="*/ 92840 w 695344"/>
                <a:gd name="csY39" fmla="*/ 390939 h 436916"/>
                <a:gd name="csX40" fmla="*/ 93002 w 695344"/>
                <a:gd name="csY40" fmla="*/ 390806 h 436916"/>
                <a:gd name="csX41" fmla="*/ 98422 w 695344"/>
                <a:gd name="csY41" fmla="*/ 386205 h 436916"/>
                <a:gd name="csX42" fmla="*/ 98746 w 695344"/>
                <a:gd name="csY42" fmla="*/ 385910 h 436916"/>
                <a:gd name="csX43" fmla="*/ 101432 w 695344"/>
                <a:gd name="csY43" fmla="*/ 383377 h 436916"/>
                <a:gd name="csX44" fmla="*/ 101622 w 695344"/>
                <a:gd name="csY44" fmla="*/ 383186 h 436916"/>
                <a:gd name="csX45" fmla="*/ 104365 w 695344"/>
                <a:gd name="csY45" fmla="*/ 380424 h 436916"/>
                <a:gd name="csX46" fmla="*/ 104575 w 695344"/>
                <a:gd name="csY46" fmla="*/ 380205 h 436916"/>
                <a:gd name="csX47" fmla="*/ 110004 w 695344"/>
                <a:gd name="csY47" fmla="*/ 374309 h 436916"/>
                <a:gd name="csX48" fmla="*/ 110071 w 695344"/>
                <a:gd name="csY48" fmla="*/ 374223 h 436916"/>
                <a:gd name="csX49" fmla="*/ 112709 w 695344"/>
                <a:gd name="csY49" fmla="*/ 371289 h 436916"/>
                <a:gd name="csX50" fmla="*/ 118081 w 695344"/>
                <a:gd name="csY50" fmla="*/ 365489 h 436916"/>
                <a:gd name="csX51" fmla="*/ 118215 w 695344"/>
                <a:gd name="csY51" fmla="*/ 365336 h 436916"/>
                <a:gd name="csX52" fmla="*/ 120901 w 695344"/>
                <a:gd name="csY52" fmla="*/ 362298 h 436916"/>
                <a:gd name="csX53" fmla="*/ 120958 w 695344"/>
                <a:gd name="csY53" fmla="*/ 362231 h 436916"/>
                <a:gd name="csX54" fmla="*/ 123701 w 695344"/>
                <a:gd name="csY54" fmla="*/ 359050 h 436916"/>
                <a:gd name="csX55" fmla="*/ 123806 w 695344"/>
                <a:gd name="csY55" fmla="*/ 358926 h 436916"/>
                <a:gd name="csX56" fmla="*/ 129226 w 695344"/>
                <a:gd name="csY56" fmla="*/ 352392 h 436916"/>
                <a:gd name="csX57" fmla="*/ 129350 w 695344"/>
                <a:gd name="csY57" fmla="*/ 352239 h 436916"/>
                <a:gd name="csX58" fmla="*/ 134769 w 695344"/>
                <a:gd name="csY58" fmla="*/ 345372 h 436916"/>
                <a:gd name="csX59" fmla="*/ 134884 w 695344"/>
                <a:gd name="csY59" fmla="*/ 345238 h 436916"/>
                <a:gd name="csX60" fmla="*/ 137560 w 695344"/>
                <a:gd name="csY60" fmla="*/ 341686 h 436916"/>
                <a:gd name="csX61" fmla="*/ 137684 w 695344"/>
                <a:gd name="csY61" fmla="*/ 341533 h 436916"/>
                <a:gd name="csX62" fmla="*/ 140360 w 695344"/>
                <a:gd name="csY62" fmla="*/ 337799 h 436916"/>
                <a:gd name="csX63" fmla="*/ 140427 w 695344"/>
                <a:gd name="csY63" fmla="*/ 337714 h 436916"/>
                <a:gd name="csX64" fmla="*/ 143161 w 695344"/>
                <a:gd name="csY64" fmla="*/ 333799 h 436916"/>
                <a:gd name="csX65" fmla="*/ 143246 w 695344"/>
                <a:gd name="csY65" fmla="*/ 333675 h 436916"/>
                <a:gd name="csX66" fmla="*/ 148676 w 695344"/>
                <a:gd name="csY66" fmla="*/ 325617 h 436916"/>
                <a:gd name="csX67" fmla="*/ 148733 w 695344"/>
                <a:gd name="csY67" fmla="*/ 325522 h 436916"/>
                <a:gd name="csX68" fmla="*/ 151390 w 695344"/>
                <a:gd name="csY68" fmla="*/ 321464 h 436916"/>
                <a:gd name="csX69" fmla="*/ 154105 w 695344"/>
                <a:gd name="csY69" fmla="*/ 317397 h 436916"/>
                <a:gd name="csX70" fmla="*/ 154172 w 695344"/>
                <a:gd name="csY70" fmla="*/ 317292 h 436916"/>
                <a:gd name="csX71" fmla="*/ 156858 w 695344"/>
                <a:gd name="csY71" fmla="*/ 313149 h 436916"/>
                <a:gd name="csX72" fmla="*/ 156896 w 695344"/>
                <a:gd name="csY72" fmla="*/ 313092 h 436916"/>
                <a:gd name="csX73" fmla="*/ 162316 w 695344"/>
                <a:gd name="csY73" fmla="*/ 304576 h 436916"/>
                <a:gd name="csX74" fmla="*/ 162411 w 695344"/>
                <a:gd name="csY74" fmla="*/ 304424 h 436916"/>
                <a:gd name="csX75" fmla="*/ 167831 w 695344"/>
                <a:gd name="csY75" fmla="*/ 295489 h 436916"/>
                <a:gd name="csX76" fmla="*/ 167945 w 695344"/>
                <a:gd name="csY76" fmla="*/ 295299 h 436916"/>
                <a:gd name="csX77" fmla="*/ 170612 w 695344"/>
                <a:gd name="csY77" fmla="*/ 290622 h 436916"/>
                <a:gd name="csX78" fmla="*/ 173345 w 695344"/>
                <a:gd name="csY78" fmla="*/ 285898 h 436916"/>
                <a:gd name="csX79" fmla="*/ 173393 w 695344"/>
                <a:gd name="csY79" fmla="*/ 285802 h 436916"/>
                <a:gd name="csX80" fmla="*/ 176079 w 695344"/>
                <a:gd name="csY80" fmla="*/ 281011 h 436916"/>
                <a:gd name="csX81" fmla="*/ 176127 w 695344"/>
                <a:gd name="csY81" fmla="*/ 280926 h 436916"/>
                <a:gd name="csX82" fmla="*/ 181547 w 695344"/>
                <a:gd name="csY82" fmla="*/ 270982 h 436916"/>
                <a:gd name="csX83" fmla="*/ 181604 w 695344"/>
                <a:gd name="csY83" fmla="*/ 270867 h 436916"/>
                <a:gd name="csX84" fmla="*/ 187023 w 695344"/>
                <a:gd name="csY84" fmla="*/ 260552 h 436916"/>
                <a:gd name="csX85" fmla="*/ 187071 w 695344"/>
                <a:gd name="csY85" fmla="*/ 260466 h 436916"/>
                <a:gd name="csX86" fmla="*/ 189728 w 695344"/>
                <a:gd name="csY86" fmla="*/ 255275 h 436916"/>
                <a:gd name="csX87" fmla="*/ 195120 w 695344"/>
                <a:gd name="csY87" fmla="*/ 245112 h 436916"/>
                <a:gd name="csX88" fmla="*/ 195129 w 695344"/>
                <a:gd name="csY88" fmla="*/ 245073 h 436916"/>
                <a:gd name="csX89" fmla="*/ 197806 w 695344"/>
                <a:gd name="csY89" fmla="*/ 239978 h 436916"/>
                <a:gd name="csX90" fmla="*/ 200539 w 695344"/>
                <a:gd name="csY90" fmla="*/ 234844 h 436916"/>
                <a:gd name="csX91" fmla="*/ 200597 w 695344"/>
                <a:gd name="csY91" fmla="*/ 234729 h 436916"/>
                <a:gd name="csX92" fmla="*/ 203273 w 695344"/>
                <a:gd name="csY92" fmla="*/ 229491 h 436916"/>
                <a:gd name="csX93" fmla="*/ 205997 w 695344"/>
                <a:gd name="csY93" fmla="*/ 224214 h 436916"/>
                <a:gd name="csX94" fmla="*/ 206083 w 695344"/>
                <a:gd name="csY94" fmla="*/ 224042 h 436916"/>
                <a:gd name="csX95" fmla="*/ 211503 w 695344"/>
                <a:gd name="csY95" fmla="*/ 212946 h 436916"/>
                <a:gd name="csX96" fmla="*/ 211531 w 695344"/>
                <a:gd name="csY96" fmla="*/ 212908 h 436916"/>
                <a:gd name="csX97" fmla="*/ 214179 w 695344"/>
                <a:gd name="csY97" fmla="*/ 207402 h 436916"/>
                <a:gd name="csX98" fmla="*/ 219561 w 695344"/>
                <a:gd name="csY98" fmla="*/ 196744 h 436916"/>
                <a:gd name="csX99" fmla="*/ 219570 w 695344"/>
                <a:gd name="csY99" fmla="*/ 196725 h 436916"/>
                <a:gd name="csX100" fmla="*/ 222256 w 695344"/>
                <a:gd name="csY100" fmla="*/ 191381 h 436916"/>
                <a:gd name="csX101" fmla="*/ 222285 w 695344"/>
                <a:gd name="csY101" fmla="*/ 191324 h 436916"/>
                <a:gd name="csX102" fmla="*/ 225028 w 695344"/>
                <a:gd name="csY102" fmla="*/ 185752 h 436916"/>
                <a:gd name="csX103" fmla="*/ 225085 w 695344"/>
                <a:gd name="csY103" fmla="*/ 185618 h 436916"/>
                <a:gd name="csX104" fmla="*/ 227752 w 695344"/>
                <a:gd name="csY104" fmla="*/ 179932 h 436916"/>
                <a:gd name="csX105" fmla="*/ 233143 w 695344"/>
                <a:gd name="csY105" fmla="*/ 168683 h 436916"/>
                <a:gd name="csX106" fmla="*/ 235858 w 695344"/>
                <a:gd name="csY106" fmla="*/ 163206 h 436916"/>
                <a:gd name="csX107" fmla="*/ 235877 w 695344"/>
                <a:gd name="csY107" fmla="*/ 163168 h 436916"/>
                <a:gd name="csX108" fmla="*/ 238544 w 695344"/>
                <a:gd name="csY108" fmla="*/ 157720 h 436916"/>
                <a:gd name="csX109" fmla="*/ 241173 w 695344"/>
                <a:gd name="csY109" fmla="*/ 152424 h 436916"/>
                <a:gd name="csX110" fmla="*/ 246526 w 695344"/>
                <a:gd name="csY110" fmla="*/ 142203 h 436916"/>
                <a:gd name="csX111" fmla="*/ 249231 w 695344"/>
                <a:gd name="csY111" fmla="*/ 137250 h 436916"/>
                <a:gd name="csX112" fmla="*/ 249288 w 695344"/>
                <a:gd name="csY112" fmla="*/ 137146 h 436916"/>
                <a:gd name="csX113" fmla="*/ 254708 w 695344"/>
                <a:gd name="csY113" fmla="*/ 126878 h 436916"/>
                <a:gd name="csX114" fmla="*/ 254784 w 695344"/>
                <a:gd name="csY114" fmla="*/ 126725 h 436916"/>
                <a:gd name="csX115" fmla="*/ 260099 w 695344"/>
                <a:gd name="csY115" fmla="*/ 116134 h 436916"/>
                <a:gd name="csX116" fmla="*/ 265443 w 695344"/>
                <a:gd name="csY116" fmla="*/ 106113 h 436916"/>
                <a:gd name="csX117" fmla="*/ 268148 w 695344"/>
                <a:gd name="csY117" fmla="*/ 101246 h 436916"/>
                <a:gd name="csX118" fmla="*/ 268195 w 695344"/>
                <a:gd name="csY118" fmla="*/ 101160 h 436916"/>
                <a:gd name="csX119" fmla="*/ 276273 w 695344"/>
                <a:gd name="csY119" fmla="*/ 86196 h 436916"/>
                <a:gd name="csX120" fmla="*/ 278854 w 695344"/>
                <a:gd name="csY120" fmla="*/ 81577 h 436916"/>
                <a:gd name="csX121" fmla="*/ 281511 w 695344"/>
                <a:gd name="csY121" fmla="*/ 77157 h 436916"/>
                <a:gd name="csX122" fmla="*/ 284150 w 695344"/>
                <a:gd name="csY122" fmla="*/ 72861 h 436916"/>
                <a:gd name="csX123" fmla="*/ 289446 w 695344"/>
                <a:gd name="csY123" fmla="*/ 64499 h 436916"/>
                <a:gd name="csX124" fmla="*/ 292046 w 695344"/>
                <a:gd name="csY124" fmla="*/ 60736 h 436916"/>
                <a:gd name="csX125" fmla="*/ 294599 w 695344"/>
                <a:gd name="csY125" fmla="*/ 57193 h 436916"/>
                <a:gd name="csX126" fmla="*/ 297123 w 695344"/>
                <a:gd name="csY126" fmla="*/ 53935 h 436916"/>
                <a:gd name="csX127" fmla="*/ 299799 w 695344"/>
                <a:gd name="csY127" fmla="*/ 50649 h 436916"/>
                <a:gd name="csX128" fmla="*/ 299923 w 695344"/>
                <a:gd name="csY128" fmla="*/ 50487 h 436916"/>
                <a:gd name="csX129" fmla="*/ 307838 w 695344"/>
                <a:gd name="csY129" fmla="*/ 40276 h 436916"/>
                <a:gd name="csX130" fmla="*/ 310201 w 695344"/>
                <a:gd name="csY130" fmla="*/ 37657 h 436916"/>
                <a:gd name="csX131" fmla="*/ 312506 w 695344"/>
                <a:gd name="csY131" fmla="*/ 35409 h 436916"/>
                <a:gd name="csX132" fmla="*/ 314925 w 695344"/>
                <a:gd name="csY132" fmla="*/ 33333 h 436916"/>
                <a:gd name="csX133" fmla="*/ 320088 w 695344"/>
                <a:gd name="csY133" fmla="*/ 29208 h 436916"/>
                <a:gd name="csX134" fmla="*/ 322745 w 695344"/>
                <a:gd name="csY134" fmla="*/ 27199 h 436916"/>
                <a:gd name="csX135" fmla="*/ 322878 w 695344"/>
                <a:gd name="csY135" fmla="*/ 27094 h 436916"/>
                <a:gd name="csX136" fmla="*/ 325393 w 695344"/>
                <a:gd name="csY136" fmla="*/ 25113 h 436916"/>
                <a:gd name="csX137" fmla="*/ 327908 w 695344"/>
                <a:gd name="csY137" fmla="*/ 23341 h 436916"/>
                <a:gd name="csX138" fmla="*/ 330298 w 695344"/>
                <a:gd name="csY138" fmla="*/ 21693 h 436916"/>
                <a:gd name="csX139" fmla="*/ 332546 w 695344"/>
                <a:gd name="csY139" fmla="*/ 20379 h 436916"/>
                <a:gd name="csX140" fmla="*/ 334537 w 695344"/>
                <a:gd name="csY140" fmla="*/ 19379 h 436916"/>
                <a:gd name="csX141" fmla="*/ 336375 w 695344"/>
                <a:gd name="csY141" fmla="*/ 18721 h 436916"/>
                <a:gd name="csX142" fmla="*/ 338538 w 695344"/>
                <a:gd name="csY142" fmla="*/ 18169 h 436916"/>
                <a:gd name="csX143" fmla="*/ 340966 w 695344"/>
                <a:gd name="csY143" fmla="*/ 17674 h 436916"/>
                <a:gd name="csX144" fmla="*/ 343433 w 695344"/>
                <a:gd name="csY144" fmla="*/ 17216 h 436916"/>
                <a:gd name="csX145" fmla="*/ 345710 w 695344"/>
                <a:gd name="csY145" fmla="*/ 16902 h 436916"/>
                <a:gd name="csX146" fmla="*/ 348091 w 695344"/>
                <a:gd name="csY146" fmla="*/ 16702 h 436916"/>
                <a:gd name="csX147" fmla="*/ 350215 w 695344"/>
                <a:gd name="csY147" fmla="*/ 16597 h 436916"/>
                <a:gd name="csX148" fmla="*/ 351796 w 695344"/>
                <a:gd name="csY148" fmla="*/ 16674 h 436916"/>
                <a:gd name="csX149" fmla="*/ 353216 w 695344"/>
                <a:gd name="csY149" fmla="*/ 16988 h 436916"/>
                <a:gd name="csX150" fmla="*/ 355063 w 695344"/>
                <a:gd name="csY150" fmla="*/ 17721 h 436916"/>
                <a:gd name="csX151" fmla="*/ 360255 w 695344"/>
                <a:gd name="csY151" fmla="*/ 20093 h 436916"/>
                <a:gd name="csX152" fmla="*/ 362617 w 695344"/>
                <a:gd name="csY152" fmla="*/ 21207 h 436916"/>
                <a:gd name="csX153" fmla="*/ 364684 w 695344"/>
                <a:gd name="csY153" fmla="*/ 22408 h 436916"/>
                <a:gd name="csX154" fmla="*/ 366922 w 695344"/>
                <a:gd name="csY154" fmla="*/ 23989 h 436916"/>
                <a:gd name="csX155" fmla="*/ 369475 w 695344"/>
                <a:gd name="csY155" fmla="*/ 25960 h 436916"/>
                <a:gd name="csX156" fmla="*/ 377504 w 695344"/>
                <a:gd name="csY156" fmla="*/ 32352 h 436916"/>
                <a:gd name="csX157" fmla="*/ 379971 w 695344"/>
                <a:gd name="csY157" fmla="*/ 34342 h 436916"/>
                <a:gd name="csX158" fmla="*/ 382295 w 695344"/>
                <a:gd name="csY158" fmla="*/ 36543 h 436916"/>
                <a:gd name="csX159" fmla="*/ 384705 w 695344"/>
                <a:gd name="csY159" fmla="*/ 39010 h 436916"/>
                <a:gd name="csX160" fmla="*/ 387086 w 695344"/>
                <a:gd name="csY160" fmla="*/ 41829 h 436916"/>
                <a:gd name="csX161" fmla="*/ 389620 w 695344"/>
                <a:gd name="csY161" fmla="*/ 45087 h 436916"/>
                <a:gd name="csX162" fmla="*/ 392249 w 695344"/>
                <a:gd name="csY162" fmla="*/ 48630 h 436916"/>
                <a:gd name="csX163" fmla="*/ 394878 w 695344"/>
                <a:gd name="csY163" fmla="*/ 52326 h 436916"/>
                <a:gd name="csX164" fmla="*/ 394954 w 695344"/>
                <a:gd name="csY164" fmla="*/ 52440 h 436916"/>
                <a:gd name="csX165" fmla="*/ 397659 w 695344"/>
                <a:gd name="csY165" fmla="*/ 56117 h 436916"/>
                <a:gd name="csX166" fmla="*/ 403003 w 695344"/>
                <a:gd name="csY166" fmla="*/ 63613 h 436916"/>
                <a:gd name="csX167" fmla="*/ 405622 w 695344"/>
                <a:gd name="csY167" fmla="*/ 67423 h 436916"/>
                <a:gd name="csX168" fmla="*/ 408251 w 695344"/>
                <a:gd name="csY168" fmla="*/ 71357 h 436916"/>
                <a:gd name="csX169" fmla="*/ 410928 w 695344"/>
                <a:gd name="csY169" fmla="*/ 75443 h 436916"/>
                <a:gd name="csX170" fmla="*/ 416262 w 695344"/>
                <a:gd name="csY170" fmla="*/ 83920 h 436916"/>
                <a:gd name="csX171" fmla="*/ 418871 w 695344"/>
                <a:gd name="csY171" fmla="*/ 88273 h 436916"/>
                <a:gd name="csX172" fmla="*/ 421500 w 695344"/>
                <a:gd name="csY172" fmla="*/ 92778 h 436916"/>
                <a:gd name="csX173" fmla="*/ 424053 w 695344"/>
                <a:gd name="csY173" fmla="*/ 97598 h 436916"/>
                <a:gd name="csX174" fmla="*/ 426682 w 695344"/>
                <a:gd name="csY174" fmla="*/ 102875 h 436916"/>
                <a:gd name="csX175" fmla="*/ 432092 w 695344"/>
                <a:gd name="csY175" fmla="*/ 113867 h 436916"/>
                <a:gd name="csX176" fmla="*/ 432216 w 695344"/>
                <a:gd name="csY176" fmla="*/ 114095 h 436916"/>
                <a:gd name="csX177" fmla="*/ 434950 w 695344"/>
                <a:gd name="csY177" fmla="*/ 119248 h 436916"/>
                <a:gd name="csX178" fmla="*/ 434978 w 695344"/>
                <a:gd name="csY178" fmla="*/ 119305 h 436916"/>
                <a:gd name="csX179" fmla="*/ 440350 w 695344"/>
                <a:gd name="csY179" fmla="*/ 129249 h 436916"/>
                <a:gd name="csX180" fmla="*/ 442960 w 695344"/>
                <a:gd name="csY180" fmla="*/ 134393 h 436916"/>
                <a:gd name="csX181" fmla="*/ 445608 w 695344"/>
                <a:gd name="csY181" fmla="*/ 139822 h 436916"/>
                <a:gd name="csX182" fmla="*/ 445646 w 695344"/>
                <a:gd name="csY182" fmla="*/ 139889 h 436916"/>
                <a:gd name="csX183" fmla="*/ 448380 w 695344"/>
                <a:gd name="csY183" fmla="*/ 145347 h 436916"/>
                <a:gd name="csX184" fmla="*/ 453771 w 695344"/>
                <a:gd name="csY184" fmla="*/ 156243 h 436916"/>
                <a:gd name="csX185" fmla="*/ 459143 w 695344"/>
                <a:gd name="csY185" fmla="*/ 167473 h 436916"/>
                <a:gd name="csX186" fmla="*/ 461801 w 695344"/>
                <a:gd name="csY186" fmla="*/ 173226 h 436916"/>
                <a:gd name="csX187" fmla="*/ 461848 w 695344"/>
                <a:gd name="csY187" fmla="*/ 173341 h 436916"/>
                <a:gd name="csX188" fmla="*/ 464591 w 695344"/>
                <a:gd name="csY188" fmla="*/ 179046 h 436916"/>
                <a:gd name="csX189" fmla="*/ 464610 w 695344"/>
                <a:gd name="csY189" fmla="*/ 179084 h 436916"/>
                <a:gd name="csX190" fmla="*/ 467287 w 695344"/>
                <a:gd name="csY190" fmla="*/ 184609 h 436916"/>
                <a:gd name="csX191" fmla="*/ 467325 w 695344"/>
                <a:gd name="csY191" fmla="*/ 184685 h 436916"/>
                <a:gd name="csX192" fmla="*/ 470011 w 695344"/>
                <a:gd name="csY192" fmla="*/ 190067 h 436916"/>
                <a:gd name="csX193" fmla="*/ 470049 w 695344"/>
                <a:gd name="csY193" fmla="*/ 190162 h 436916"/>
                <a:gd name="csX194" fmla="*/ 472754 w 695344"/>
                <a:gd name="csY194" fmla="*/ 195439 h 436916"/>
                <a:gd name="csX195" fmla="*/ 478136 w 695344"/>
                <a:gd name="csY195" fmla="*/ 206392 h 436916"/>
                <a:gd name="csX196" fmla="*/ 480803 w 695344"/>
                <a:gd name="csY196" fmla="*/ 211936 h 436916"/>
                <a:gd name="csX197" fmla="*/ 480860 w 695344"/>
                <a:gd name="csY197" fmla="*/ 212060 h 436916"/>
                <a:gd name="csX198" fmla="*/ 486280 w 695344"/>
                <a:gd name="csY198" fmla="*/ 222880 h 436916"/>
                <a:gd name="csX199" fmla="*/ 486299 w 695344"/>
                <a:gd name="csY199" fmla="*/ 222909 h 436916"/>
                <a:gd name="csX200" fmla="*/ 488975 w 695344"/>
                <a:gd name="csY200" fmla="*/ 228205 h 436916"/>
                <a:gd name="csX201" fmla="*/ 489023 w 695344"/>
                <a:gd name="csY201" fmla="*/ 228300 h 436916"/>
                <a:gd name="csX202" fmla="*/ 491757 w 695344"/>
                <a:gd name="csY202" fmla="*/ 233529 h 436916"/>
                <a:gd name="csX203" fmla="*/ 494433 w 695344"/>
                <a:gd name="csY203" fmla="*/ 238711 h 436916"/>
                <a:gd name="csX204" fmla="*/ 494481 w 695344"/>
                <a:gd name="csY204" fmla="*/ 238806 h 436916"/>
                <a:gd name="csX205" fmla="*/ 497205 w 695344"/>
                <a:gd name="csY205" fmla="*/ 243940 h 436916"/>
                <a:gd name="csX206" fmla="*/ 499882 w 695344"/>
                <a:gd name="csY206" fmla="*/ 249036 h 436916"/>
                <a:gd name="csX207" fmla="*/ 499901 w 695344"/>
                <a:gd name="csY207" fmla="*/ 249074 h 436916"/>
                <a:gd name="csX208" fmla="*/ 502606 w 695344"/>
                <a:gd name="csY208" fmla="*/ 254170 h 436916"/>
                <a:gd name="csX209" fmla="*/ 505244 w 695344"/>
                <a:gd name="csY209" fmla="*/ 259323 h 436916"/>
                <a:gd name="csX210" fmla="*/ 507902 w 695344"/>
                <a:gd name="csY210" fmla="*/ 264676 h 436916"/>
                <a:gd name="csX211" fmla="*/ 507959 w 695344"/>
                <a:gd name="csY211" fmla="*/ 264790 h 436916"/>
                <a:gd name="csX212" fmla="*/ 510702 w 695344"/>
                <a:gd name="csY212" fmla="*/ 270086 h 436916"/>
                <a:gd name="csX213" fmla="*/ 510740 w 695344"/>
                <a:gd name="csY213" fmla="*/ 270153 h 436916"/>
                <a:gd name="csX214" fmla="*/ 513417 w 695344"/>
                <a:gd name="csY214" fmla="*/ 275220 h 436916"/>
                <a:gd name="csX215" fmla="*/ 513550 w 695344"/>
                <a:gd name="csY215" fmla="*/ 275458 h 436916"/>
                <a:gd name="csX216" fmla="*/ 516293 w 695344"/>
                <a:gd name="csY216" fmla="*/ 280249 h 436916"/>
                <a:gd name="csX217" fmla="*/ 516360 w 695344"/>
                <a:gd name="csY217" fmla="*/ 280364 h 436916"/>
                <a:gd name="csX218" fmla="*/ 519036 w 695344"/>
                <a:gd name="csY218" fmla="*/ 284878 h 436916"/>
                <a:gd name="csX219" fmla="*/ 519122 w 695344"/>
                <a:gd name="csY219" fmla="*/ 285012 h 436916"/>
                <a:gd name="csX220" fmla="*/ 521837 w 695344"/>
                <a:gd name="csY220" fmla="*/ 289403 h 436916"/>
                <a:gd name="csX221" fmla="*/ 527180 w 695344"/>
                <a:gd name="csY221" fmla="*/ 298204 h 436916"/>
                <a:gd name="csX222" fmla="*/ 527190 w 695344"/>
                <a:gd name="csY222" fmla="*/ 298223 h 436916"/>
                <a:gd name="csX223" fmla="*/ 532619 w 695344"/>
                <a:gd name="csY223" fmla="*/ 307110 h 436916"/>
                <a:gd name="csX224" fmla="*/ 532686 w 695344"/>
                <a:gd name="csY224" fmla="*/ 307224 h 436916"/>
                <a:gd name="csX225" fmla="*/ 538105 w 695344"/>
                <a:gd name="csY225" fmla="*/ 315797 h 436916"/>
                <a:gd name="csX226" fmla="*/ 538220 w 695344"/>
                <a:gd name="csY226" fmla="*/ 315968 h 436916"/>
                <a:gd name="csX227" fmla="*/ 540963 w 695344"/>
                <a:gd name="csY227" fmla="*/ 320064 h 436916"/>
                <a:gd name="csX228" fmla="*/ 540991 w 695344"/>
                <a:gd name="csY228" fmla="*/ 320111 h 436916"/>
                <a:gd name="csX229" fmla="*/ 546354 w 695344"/>
                <a:gd name="csY229" fmla="*/ 328027 h 436916"/>
                <a:gd name="csX230" fmla="*/ 546402 w 695344"/>
                <a:gd name="csY230" fmla="*/ 328093 h 436916"/>
                <a:gd name="csX231" fmla="*/ 549116 w 695344"/>
                <a:gd name="csY231" fmla="*/ 332027 h 436916"/>
                <a:gd name="csX232" fmla="*/ 551774 w 695344"/>
                <a:gd name="csY232" fmla="*/ 335952 h 436916"/>
                <a:gd name="csX233" fmla="*/ 551850 w 695344"/>
                <a:gd name="csY233" fmla="*/ 336056 h 436916"/>
                <a:gd name="csX234" fmla="*/ 554593 w 695344"/>
                <a:gd name="csY234" fmla="*/ 339971 h 436916"/>
                <a:gd name="csX235" fmla="*/ 554622 w 695344"/>
                <a:gd name="csY235" fmla="*/ 340019 h 436916"/>
                <a:gd name="csX236" fmla="*/ 557308 w 695344"/>
                <a:gd name="csY236" fmla="*/ 343791 h 436916"/>
                <a:gd name="csX237" fmla="*/ 557441 w 695344"/>
                <a:gd name="csY237" fmla="*/ 343981 h 436916"/>
                <a:gd name="csX238" fmla="*/ 562870 w 695344"/>
                <a:gd name="csY238" fmla="*/ 351172 h 436916"/>
                <a:gd name="csX239" fmla="*/ 563032 w 695344"/>
                <a:gd name="csY239" fmla="*/ 351382 h 436916"/>
                <a:gd name="csX240" fmla="*/ 568452 w 695344"/>
                <a:gd name="csY240" fmla="*/ 358107 h 436916"/>
                <a:gd name="csX241" fmla="*/ 568538 w 695344"/>
                <a:gd name="csY241" fmla="*/ 358202 h 436916"/>
                <a:gd name="csX242" fmla="*/ 571214 w 695344"/>
                <a:gd name="csY242" fmla="*/ 361421 h 436916"/>
                <a:gd name="csX243" fmla="*/ 571310 w 695344"/>
                <a:gd name="csY243" fmla="*/ 361536 h 436916"/>
                <a:gd name="csX244" fmla="*/ 574053 w 695344"/>
                <a:gd name="csY244" fmla="*/ 364717 h 436916"/>
                <a:gd name="csX245" fmla="*/ 574110 w 695344"/>
                <a:gd name="csY245" fmla="*/ 364784 h 436916"/>
                <a:gd name="csX246" fmla="*/ 576796 w 695344"/>
                <a:gd name="csY246" fmla="*/ 367822 h 436916"/>
                <a:gd name="csX247" fmla="*/ 576891 w 695344"/>
                <a:gd name="csY247" fmla="*/ 367936 h 436916"/>
                <a:gd name="csX248" fmla="*/ 579634 w 695344"/>
                <a:gd name="csY248" fmla="*/ 370927 h 436916"/>
                <a:gd name="csX249" fmla="*/ 579711 w 695344"/>
                <a:gd name="csY249" fmla="*/ 371013 h 436916"/>
                <a:gd name="csX250" fmla="*/ 582387 w 695344"/>
                <a:gd name="csY250" fmla="*/ 373861 h 436916"/>
                <a:gd name="csX251" fmla="*/ 582597 w 695344"/>
                <a:gd name="csY251" fmla="*/ 374080 h 436916"/>
                <a:gd name="csX252" fmla="*/ 585292 w 695344"/>
                <a:gd name="csY252" fmla="*/ 376747 h 436916"/>
                <a:gd name="csX253" fmla="*/ 590607 w 695344"/>
                <a:gd name="csY253" fmla="*/ 382186 h 436916"/>
                <a:gd name="csX254" fmla="*/ 590798 w 695344"/>
                <a:gd name="csY254" fmla="*/ 382376 h 436916"/>
                <a:gd name="csX255" fmla="*/ 593541 w 695344"/>
                <a:gd name="csY255" fmla="*/ 384996 h 436916"/>
                <a:gd name="csX256" fmla="*/ 593636 w 695344"/>
                <a:gd name="csY256" fmla="*/ 385091 h 436916"/>
                <a:gd name="csX257" fmla="*/ 596322 w 695344"/>
                <a:gd name="csY257" fmla="*/ 387577 h 436916"/>
                <a:gd name="csX258" fmla="*/ 596503 w 695344"/>
                <a:gd name="csY258" fmla="*/ 387739 h 436916"/>
                <a:gd name="csX259" fmla="*/ 599246 w 695344"/>
                <a:gd name="csY259" fmla="*/ 390139 h 436916"/>
                <a:gd name="csX260" fmla="*/ 599361 w 695344"/>
                <a:gd name="csY260" fmla="*/ 390235 h 436916"/>
                <a:gd name="csX261" fmla="*/ 602047 w 695344"/>
                <a:gd name="csY261" fmla="*/ 392492 h 436916"/>
                <a:gd name="csX262" fmla="*/ 602266 w 695344"/>
                <a:gd name="csY262" fmla="*/ 392673 h 436916"/>
                <a:gd name="csX263" fmla="*/ 610372 w 695344"/>
                <a:gd name="csY263" fmla="*/ 399026 h 436916"/>
                <a:gd name="csX264" fmla="*/ 610410 w 695344"/>
                <a:gd name="csY264" fmla="*/ 399064 h 436916"/>
                <a:gd name="csX265" fmla="*/ 615839 w 695344"/>
                <a:gd name="csY265" fmla="*/ 403255 h 436916"/>
                <a:gd name="csX266" fmla="*/ 616048 w 695344"/>
                <a:gd name="csY266" fmla="*/ 403417 h 436916"/>
                <a:gd name="csX267" fmla="*/ 618792 w 695344"/>
                <a:gd name="csY267" fmla="*/ 405398 h 436916"/>
                <a:gd name="csX268" fmla="*/ 619030 w 695344"/>
                <a:gd name="csY268" fmla="*/ 405560 h 436916"/>
                <a:gd name="csX269" fmla="*/ 621716 w 695344"/>
                <a:gd name="csY269" fmla="*/ 407360 h 436916"/>
                <a:gd name="csX270" fmla="*/ 622135 w 695344"/>
                <a:gd name="csY270" fmla="*/ 407627 h 436916"/>
                <a:gd name="csX271" fmla="*/ 627517 w 695344"/>
                <a:gd name="csY271" fmla="*/ 410780 h 436916"/>
                <a:gd name="csX272" fmla="*/ 630164 w 695344"/>
                <a:gd name="csY272" fmla="*/ 412371 h 436916"/>
                <a:gd name="csX273" fmla="*/ 630317 w 695344"/>
                <a:gd name="csY273" fmla="*/ 412456 h 436916"/>
                <a:gd name="csX274" fmla="*/ 632974 w 695344"/>
                <a:gd name="csY274" fmla="*/ 413980 h 436916"/>
                <a:gd name="csX275" fmla="*/ 635584 w 695344"/>
                <a:gd name="csY275" fmla="*/ 415542 h 436916"/>
                <a:gd name="csX276" fmla="*/ 635927 w 695344"/>
                <a:gd name="csY276" fmla="*/ 415742 h 436916"/>
                <a:gd name="csX277" fmla="*/ 638670 w 695344"/>
                <a:gd name="csY277" fmla="*/ 417209 h 436916"/>
                <a:gd name="csX278" fmla="*/ 638794 w 695344"/>
                <a:gd name="csY278" fmla="*/ 417286 h 436916"/>
                <a:gd name="csX279" fmla="*/ 641480 w 695344"/>
                <a:gd name="csY279" fmla="*/ 418667 h 436916"/>
                <a:gd name="csX280" fmla="*/ 641814 w 695344"/>
                <a:gd name="csY280" fmla="*/ 418829 h 436916"/>
                <a:gd name="csX281" fmla="*/ 647243 w 695344"/>
                <a:gd name="csY281" fmla="*/ 421315 h 436916"/>
                <a:gd name="csX282" fmla="*/ 647481 w 695344"/>
                <a:gd name="csY282" fmla="*/ 421419 h 436916"/>
                <a:gd name="csX283" fmla="*/ 650138 w 695344"/>
                <a:gd name="csY283" fmla="*/ 422543 h 436916"/>
                <a:gd name="csX284" fmla="*/ 652739 w 695344"/>
                <a:gd name="csY284" fmla="*/ 423696 h 436916"/>
                <a:gd name="csX285" fmla="*/ 652986 w 695344"/>
                <a:gd name="csY285" fmla="*/ 423801 h 436916"/>
                <a:gd name="csX286" fmla="*/ 658406 w 695344"/>
                <a:gd name="csY286" fmla="*/ 426020 h 436916"/>
                <a:gd name="csX287" fmla="*/ 658635 w 695344"/>
                <a:gd name="csY287" fmla="*/ 426106 h 436916"/>
                <a:gd name="csX288" fmla="*/ 664064 w 695344"/>
                <a:gd name="csY288" fmla="*/ 428134 h 436916"/>
                <a:gd name="csX289" fmla="*/ 664150 w 695344"/>
                <a:gd name="csY289" fmla="*/ 428163 h 436916"/>
                <a:gd name="csX290" fmla="*/ 666836 w 695344"/>
                <a:gd name="csY290" fmla="*/ 429135 h 436916"/>
                <a:gd name="csX291" fmla="*/ 666979 w 695344"/>
                <a:gd name="csY291" fmla="*/ 429182 h 436916"/>
                <a:gd name="csX292" fmla="*/ 672398 w 695344"/>
                <a:gd name="csY292" fmla="*/ 431021 h 436916"/>
                <a:gd name="csX293" fmla="*/ 672646 w 695344"/>
                <a:gd name="csY293" fmla="*/ 431106 h 436916"/>
                <a:gd name="csX294" fmla="*/ 678066 w 695344"/>
                <a:gd name="csY294" fmla="*/ 432764 h 436916"/>
                <a:gd name="csX295" fmla="*/ 678294 w 695344"/>
                <a:gd name="csY295" fmla="*/ 432830 h 436916"/>
                <a:gd name="csX296" fmla="*/ 680971 w 695344"/>
                <a:gd name="csY296" fmla="*/ 433564 h 436916"/>
                <a:gd name="csX297" fmla="*/ 681133 w 695344"/>
                <a:gd name="csY297" fmla="*/ 433602 h 436916"/>
                <a:gd name="csX298" fmla="*/ 689296 w 695344"/>
                <a:gd name="csY298" fmla="*/ 435678 h 436916"/>
                <a:gd name="csX299" fmla="*/ 689458 w 695344"/>
                <a:gd name="csY299" fmla="*/ 435716 h 436916"/>
                <a:gd name="csX300" fmla="*/ 695344 w 695344"/>
                <a:gd name="csY300" fmla="*/ 436917 h 436916"/>
                <a:gd name="csX301" fmla="*/ 695344 w 695344"/>
                <a:gd name="csY301" fmla="*/ 420314 h 436916"/>
                <a:gd name="csX302" fmla="*/ 685286 w 695344"/>
                <a:gd name="csY302" fmla="*/ 417552 h 436916"/>
                <a:gd name="csX303" fmla="*/ 682800 w 695344"/>
                <a:gd name="csY303" fmla="*/ 416866 h 436916"/>
                <a:gd name="csX304" fmla="*/ 677609 w 695344"/>
                <a:gd name="csY304" fmla="*/ 415285 h 436916"/>
                <a:gd name="csX305" fmla="*/ 672379 w 695344"/>
                <a:gd name="csY305" fmla="*/ 413504 h 436916"/>
                <a:gd name="csX306" fmla="*/ 669817 w 695344"/>
                <a:gd name="csY306" fmla="*/ 412580 h 436916"/>
                <a:gd name="csX307" fmla="*/ 664559 w 695344"/>
                <a:gd name="csY307" fmla="*/ 410618 h 436916"/>
                <a:gd name="csX308" fmla="*/ 659378 w 695344"/>
                <a:gd name="csY308" fmla="*/ 408503 h 436916"/>
                <a:gd name="csX309" fmla="*/ 656815 w 695344"/>
                <a:gd name="csY309" fmla="*/ 407360 h 436916"/>
                <a:gd name="csX310" fmla="*/ 656644 w 695344"/>
                <a:gd name="csY310" fmla="*/ 407284 h 436916"/>
                <a:gd name="csX311" fmla="*/ 654034 w 695344"/>
                <a:gd name="csY311" fmla="*/ 406189 h 436916"/>
                <a:gd name="csX312" fmla="*/ 648900 w 695344"/>
                <a:gd name="csY312" fmla="*/ 403836 h 436916"/>
                <a:gd name="csX313" fmla="*/ 646452 w 695344"/>
                <a:gd name="csY313" fmla="*/ 402579 h 436916"/>
                <a:gd name="csX314" fmla="*/ 643957 w 695344"/>
                <a:gd name="csY314" fmla="*/ 401226 h 436916"/>
                <a:gd name="csX315" fmla="*/ 641442 w 695344"/>
                <a:gd name="csY315" fmla="*/ 399721 h 436916"/>
                <a:gd name="csX316" fmla="*/ 641280 w 695344"/>
                <a:gd name="csY316" fmla="*/ 399626 h 436916"/>
                <a:gd name="csX317" fmla="*/ 638623 w 695344"/>
                <a:gd name="csY317" fmla="*/ 398112 h 436916"/>
                <a:gd name="csX318" fmla="*/ 636022 w 695344"/>
                <a:gd name="csY318" fmla="*/ 396540 h 436916"/>
                <a:gd name="csX319" fmla="*/ 635937 w 695344"/>
                <a:gd name="csY319" fmla="*/ 396492 h 436916"/>
                <a:gd name="csX320" fmla="*/ 630736 w 695344"/>
                <a:gd name="csY320" fmla="*/ 393444 h 436916"/>
                <a:gd name="csX321" fmla="*/ 628383 w 695344"/>
                <a:gd name="csY321" fmla="*/ 391873 h 436916"/>
                <a:gd name="csX322" fmla="*/ 625869 w 695344"/>
                <a:gd name="csY322" fmla="*/ 390054 h 436916"/>
                <a:gd name="csX323" fmla="*/ 620573 w 695344"/>
                <a:gd name="csY323" fmla="*/ 385967 h 436916"/>
                <a:gd name="csX324" fmla="*/ 612610 w 695344"/>
                <a:gd name="csY324" fmla="*/ 379709 h 436916"/>
                <a:gd name="csX325" fmla="*/ 610095 w 695344"/>
                <a:gd name="csY325" fmla="*/ 377595 h 436916"/>
                <a:gd name="csX326" fmla="*/ 607505 w 695344"/>
                <a:gd name="csY326" fmla="*/ 375337 h 436916"/>
                <a:gd name="csX327" fmla="*/ 604961 w 695344"/>
                <a:gd name="csY327" fmla="*/ 372975 h 436916"/>
                <a:gd name="csX328" fmla="*/ 602371 w 695344"/>
                <a:gd name="csY328" fmla="*/ 370489 h 436916"/>
                <a:gd name="csX329" fmla="*/ 597094 w 695344"/>
                <a:gd name="csY329" fmla="*/ 365108 h 436916"/>
                <a:gd name="csX330" fmla="*/ 597008 w 695344"/>
                <a:gd name="csY330" fmla="*/ 365022 h 436916"/>
                <a:gd name="csX331" fmla="*/ 594370 w 695344"/>
                <a:gd name="csY331" fmla="*/ 362402 h 436916"/>
                <a:gd name="csX332" fmla="*/ 591826 w 695344"/>
                <a:gd name="csY332" fmla="*/ 359697 h 436916"/>
                <a:gd name="csX333" fmla="*/ 589178 w 695344"/>
                <a:gd name="csY333" fmla="*/ 356802 h 436916"/>
                <a:gd name="csX334" fmla="*/ 586578 w 695344"/>
                <a:gd name="csY334" fmla="*/ 353849 h 436916"/>
                <a:gd name="csX335" fmla="*/ 583911 w 695344"/>
                <a:gd name="csY335" fmla="*/ 350763 h 436916"/>
                <a:gd name="csX336" fmla="*/ 581320 w 695344"/>
                <a:gd name="csY336" fmla="*/ 347648 h 436916"/>
                <a:gd name="csX337" fmla="*/ 576024 w 695344"/>
                <a:gd name="csY337" fmla="*/ 341076 h 436916"/>
                <a:gd name="csX338" fmla="*/ 570748 w 695344"/>
                <a:gd name="csY338" fmla="*/ 334094 h 436916"/>
                <a:gd name="csX339" fmla="*/ 568157 w 695344"/>
                <a:gd name="csY339" fmla="*/ 330437 h 436916"/>
                <a:gd name="csX340" fmla="*/ 565471 w 695344"/>
                <a:gd name="csY340" fmla="*/ 326598 h 436916"/>
                <a:gd name="csX341" fmla="*/ 562823 w 695344"/>
                <a:gd name="csY341" fmla="*/ 322693 h 436916"/>
                <a:gd name="csX342" fmla="*/ 562775 w 695344"/>
                <a:gd name="csY342" fmla="*/ 322626 h 436916"/>
                <a:gd name="csX343" fmla="*/ 560061 w 695344"/>
                <a:gd name="csY343" fmla="*/ 318702 h 436916"/>
                <a:gd name="csX344" fmla="*/ 554736 w 695344"/>
                <a:gd name="csY344" fmla="*/ 310834 h 436916"/>
                <a:gd name="csX345" fmla="*/ 552060 w 695344"/>
                <a:gd name="csY345" fmla="*/ 306843 h 436916"/>
                <a:gd name="csX346" fmla="*/ 546735 w 695344"/>
                <a:gd name="csY346" fmla="*/ 298423 h 436916"/>
                <a:gd name="csX347" fmla="*/ 541353 w 695344"/>
                <a:gd name="csY347" fmla="*/ 289603 h 436916"/>
                <a:gd name="csX348" fmla="*/ 535991 w 695344"/>
                <a:gd name="csY348" fmla="*/ 280764 h 436916"/>
                <a:gd name="csX349" fmla="*/ 535953 w 695344"/>
                <a:gd name="csY349" fmla="*/ 280697 h 436916"/>
                <a:gd name="csX350" fmla="*/ 533257 w 695344"/>
                <a:gd name="csY350" fmla="*/ 276344 h 436916"/>
                <a:gd name="csX351" fmla="*/ 530647 w 695344"/>
                <a:gd name="csY351" fmla="*/ 271953 h 436916"/>
                <a:gd name="csX352" fmla="*/ 528009 w 695344"/>
                <a:gd name="csY352" fmla="*/ 267343 h 436916"/>
                <a:gd name="csX353" fmla="*/ 525409 w 695344"/>
                <a:gd name="csY353" fmla="*/ 262428 h 436916"/>
                <a:gd name="csX354" fmla="*/ 522713 w 695344"/>
                <a:gd name="csY354" fmla="*/ 257227 h 436916"/>
                <a:gd name="csX355" fmla="*/ 520065 w 695344"/>
                <a:gd name="csY355" fmla="*/ 251893 h 436916"/>
                <a:gd name="csX356" fmla="*/ 520027 w 695344"/>
                <a:gd name="csY356" fmla="*/ 251817 h 436916"/>
                <a:gd name="csX357" fmla="*/ 517341 w 695344"/>
                <a:gd name="csY357" fmla="*/ 246569 h 436916"/>
                <a:gd name="csX358" fmla="*/ 517284 w 695344"/>
                <a:gd name="csY358" fmla="*/ 246455 h 436916"/>
                <a:gd name="csX359" fmla="*/ 514550 w 695344"/>
                <a:gd name="csY359" fmla="*/ 241311 h 436916"/>
                <a:gd name="csX360" fmla="*/ 511883 w 695344"/>
                <a:gd name="csY360" fmla="*/ 236225 h 436916"/>
                <a:gd name="csX361" fmla="*/ 511854 w 695344"/>
                <a:gd name="csY361" fmla="*/ 236187 h 436916"/>
                <a:gd name="csX362" fmla="*/ 509140 w 695344"/>
                <a:gd name="csY362" fmla="*/ 231072 h 436916"/>
                <a:gd name="csX363" fmla="*/ 506482 w 695344"/>
                <a:gd name="csY363" fmla="*/ 225909 h 436916"/>
                <a:gd name="csX364" fmla="*/ 506463 w 695344"/>
                <a:gd name="csY364" fmla="*/ 225871 h 436916"/>
                <a:gd name="csX365" fmla="*/ 503749 w 695344"/>
                <a:gd name="csY365" fmla="*/ 220670 h 436916"/>
                <a:gd name="csX366" fmla="*/ 501101 w 695344"/>
                <a:gd name="csY366" fmla="*/ 215432 h 436916"/>
                <a:gd name="csX367" fmla="*/ 495710 w 695344"/>
                <a:gd name="csY367" fmla="*/ 204688 h 436916"/>
                <a:gd name="csX368" fmla="*/ 493062 w 695344"/>
                <a:gd name="csY368" fmla="*/ 199173 h 436916"/>
                <a:gd name="csX369" fmla="*/ 493033 w 695344"/>
                <a:gd name="csY369" fmla="*/ 199115 h 436916"/>
                <a:gd name="csX370" fmla="*/ 487613 w 695344"/>
                <a:gd name="csY370" fmla="*/ 188066 h 436916"/>
                <a:gd name="csX371" fmla="*/ 487547 w 695344"/>
                <a:gd name="csY371" fmla="*/ 187933 h 436916"/>
                <a:gd name="csX372" fmla="*/ 484822 w 695344"/>
                <a:gd name="csY372" fmla="*/ 182637 h 436916"/>
                <a:gd name="csX373" fmla="*/ 482184 w 695344"/>
                <a:gd name="csY373" fmla="*/ 177332 h 436916"/>
                <a:gd name="csX374" fmla="*/ 479527 w 695344"/>
                <a:gd name="csY374" fmla="*/ 171855 h 436916"/>
                <a:gd name="csX375" fmla="*/ 476821 w 695344"/>
                <a:gd name="csY375" fmla="*/ 166216 h 436916"/>
                <a:gd name="csX376" fmla="*/ 474164 w 695344"/>
                <a:gd name="csY376" fmla="*/ 160472 h 436916"/>
                <a:gd name="csX377" fmla="*/ 474116 w 695344"/>
                <a:gd name="csY377" fmla="*/ 160368 h 436916"/>
                <a:gd name="csX378" fmla="*/ 468697 w 695344"/>
                <a:gd name="csY378" fmla="*/ 149042 h 436916"/>
                <a:gd name="csX379" fmla="*/ 468649 w 695344"/>
                <a:gd name="csY379" fmla="*/ 148947 h 436916"/>
                <a:gd name="csX380" fmla="*/ 463229 w 695344"/>
                <a:gd name="csY380" fmla="*/ 137984 h 436916"/>
                <a:gd name="csX381" fmla="*/ 463210 w 695344"/>
                <a:gd name="csY381" fmla="*/ 137955 h 436916"/>
                <a:gd name="csX382" fmla="*/ 460486 w 695344"/>
                <a:gd name="csY382" fmla="*/ 132507 h 436916"/>
                <a:gd name="csX383" fmla="*/ 457819 w 695344"/>
                <a:gd name="csY383" fmla="*/ 127059 h 436916"/>
                <a:gd name="csX384" fmla="*/ 457771 w 695344"/>
                <a:gd name="csY384" fmla="*/ 126954 h 436916"/>
                <a:gd name="csX385" fmla="*/ 455095 w 695344"/>
                <a:gd name="csY385" fmla="*/ 121658 h 436916"/>
                <a:gd name="csX386" fmla="*/ 454990 w 695344"/>
                <a:gd name="csY386" fmla="*/ 121468 h 436916"/>
                <a:gd name="csX387" fmla="*/ 449580 w 695344"/>
                <a:gd name="csY387" fmla="*/ 111447 h 436916"/>
                <a:gd name="csX388" fmla="*/ 446913 w 695344"/>
                <a:gd name="csY388" fmla="*/ 106428 h 436916"/>
                <a:gd name="csX389" fmla="*/ 441550 w 695344"/>
                <a:gd name="csY389" fmla="*/ 95541 h 436916"/>
                <a:gd name="csX390" fmla="*/ 441531 w 695344"/>
                <a:gd name="csY390" fmla="*/ 95502 h 436916"/>
                <a:gd name="csX391" fmla="*/ 438855 w 695344"/>
                <a:gd name="csY391" fmla="*/ 90121 h 436916"/>
                <a:gd name="csX392" fmla="*/ 438760 w 695344"/>
                <a:gd name="csY392" fmla="*/ 89930 h 436916"/>
                <a:gd name="csX393" fmla="*/ 436074 w 695344"/>
                <a:gd name="csY393" fmla="*/ 84863 h 436916"/>
                <a:gd name="csX394" fmla="*/ 435912 w 695344"/>
                <a:gd name="csY394" fmla="*/ 84568 h 436916"/>
                <a:gd name="csX395" fmla="*/ 433168 w 695344"/>
                <a:gd name="csY395" fmla="*/ 79872 h 436916"/>
                <a:gd name="csX396" fmla="*/ 433111 w 695344"/>
                <a:gd name="csY396" fmla="*/ 79777 h 436916"/>
                <a:gd name="csX397" fmla="*/ 430435 w 695344"/>
                <a:gd name="csY397" fmla="*/ 75319 h 436916"/>
                <a:gd name="csX398" fmla="*/ 430340 w 695344"/>
                <a:gd name="csY398" fmla="*/ 75167 h 436916"/>
                <a:gd name="csX399" fmla="*/ 424920 w 695344"/>
                <a:gd name="csY399" fmla="*/ 66556 h 436916"/>
                <a:gd name="csX400" fmla="*/ 424844 w 695344"/>
                <a:gd name="csY400" fmla="*/ 66432 h 436916"/>
                <a:gd name="csX401" fmla="*/ 422100 w 695344"/>
                <a:gd name="csY401" fmla="*/ 62241 h 436916"/>
                <a:gd name="csX402" fmla="*/ 422053 w 695344"/>
                <a:gd name="csY402" fmla="*/ 62165 h 436916"/>
                <a:gd name="csX403" fmla="*/ 419367 w 695344"/>
                <a:gd name="csY403" fmla="*/ 58164 h 436916"/>
                <a:gd name="csX404" fmla="*/ 419319 w 695344"/>
                <a:gd name="csY404" fmla="*/ 58088 h 436916"/>
                <a:gd name="csX405" fmla="*/ 416643 w 695344"/>
                <a:gd name="csY405" fmla="*/ 54173 h 436916"/>
                <a:gd name="csX406" fmla="*/ 416547 w 695344"/>
                <a:gd name="csY406" fmla="*/ 54040 h 436916"/>
                <a:gd name="csX407" fmla="*/ 411128 w 695344"/>
                <a:gd name="csY407" fmla="*/ 46449 h 436916"/>
                <a:gd name="csX408" fmla="*/ 411061 w 695344"/>
                <a:gd name="csY408" fmla="*/ 46353 h 436916"/>
                <a:gd name="csX409" fmla="*/ 408356 w 695344"/>
                <a:gd name="csY409" fmla="*/ 42677 h 436916"/>
                <a:gd name="csX410" fmla="*/ 405717 w 695344"/>
                <a:gd name="csY410" fmla="*/ 38952 h 436916"/>
                <a:gd name="csX411" fmla="*/ 405613 w 695344"/>
                <a:gd name="csY411" fmla="*/ 38810 h 436916"/>
                <a:gd name="csX412" fmla="*/ 402869 w 695344"/>
                <a:gd name="csY412" fmla="*/ 35123 h 436916"/>
                <a:gd name="csX413" fmla="*/ 402765 w 695344"/>
                <a:gd name="csY413" fmla="*/ 34981 h 436916"/>
                <a:gd name="csX414" fmla="*/ 400079 w 695344"/>
                <a:gd name="csY414" fmla="*/ 31533 h 436916"/>
                <a:gd name="csX415" fmla="*/ 399869 w 695344"/>
                <a:gd name="csY415" fmla="*/ 31266 h 436916"/>
                <a:gd name="csX416" fmla="*/ 397183 w 695344"/>
                <a:gd name="csY416" fmla="*/ 28094 h 436916"/>
                <a:gd name="csX417" fmla="*/ 396783 w 695344"/>
                <a:gd name="csY417" fmla="*/ 27646 h 436916"/>
                <a:gd name="csX418" fmla="*/ 394049 w 695344"/>
                <a:gd name="csY418" fmla="*/ 24836 h 436916"/>
                <a:gd name="csX419" fmla="*/ 393802 w 695344"/>
                <a:gd name="csY419" fmla="*/ 24598 h 436916"/>
                <a:gd name="csX420" fmla="*/ 391125 w 695344"/>
                <a:gd name="csY420" fmla="*/ 22065 h 436916"/>
                <a:gd name="csX421" fmla="*/ 390639 w 695344"/>
                <a:gd name="csY421" fmla="*/ 21646 h 436916"/>
                <a:gd name="csX422" fmla="*/ 387896 w 695344"/>
                <a:gd name="csY422" fmla="*/ 19436 h 436916"/>
                <a:gd name="csX423" fmla="*/ 387848 w 695344"/>
                <a:gd name="csY423" fmla="*/ 19398 h 436916"/>
                <a:gd name="csX424" fmla="*/ 379752 w 695344"/>
                <a:gd name="csY424" fmla="*/ 12949 h 436916"/>
                <a:gd name="csX425" fmla="*/ 379657 w 695344"/>
                <a:gd name="csY425" fmla="*/ 12883 h 436916"/>
                <a:gd name="csX426" fmla="*/ 376914 w 695344"/>
                <a:gd name="csY426" fmla="*/ 10758 h 436916"/>
                <a:gd name="csX427" fmla="*/ 376619 w 695344"/>
                <a:gd name="csY427" fmla="*/ 10539 h 436916"/>
                <a:gd name="csX428" fmla="*/ 373932 w 695344"/>
                <a:gd name="csY428" fmla="*/ 8653 h 436916"/>
                <a:gd name="csX429" fmla="*/ 373342 w 695344"/>
                <a:gd name="csY429" fmla="*/ 8272 h 436916"/>
                <a:gd name="csX430" fmla="*/ 370665 w 695344"/>
                <a:gd name="csY430" fmla="*/ 6710 h 436916"/>
                <a:gd name="csX431" fmla="*/ 370008 w 695344"/>
                <a:gd name="csY431" fmla="*/ 6367 h 436916"/>
                <a:gd name="csX432" fmla="*/ 367274 w 695344"/>
                <a:gd name="csY432" fmla="*/ 5072 h 436916"/>
                <a:gd name="csX433" fmla="*/ 367198 w 695344"/>
                <a:gd name="csY433" fmla="*/ 5043 h 436916"/>
                <a:gd name="csX434" fmla="*/ 361779 w 695344"/>
                <a:gd name="csY434" fmla="*/ 2557 h 436916"/>
                <a:gd name="csX435" fmla="*/ 361369 w 695344"/>
                <a:gd name="csY435" fmla="*/ 2376 h 436916"/>
                <a:gd name="csX436" fmla="*/ 358683 w 695344"/>
                <a:gd name="csY436" fmla="*/ 1319 h 436916"/>
                <a:gd name="csX437" fmla="*/ 357407 w 695344"/>
                <a:gd name="csY437" fmla="*/ 929 h 436916"/>
                <a:gd name="csX438" fmla="*/ 354673 w 695344"/>
                <a:gd name="csY438" fmla="*/ 329 h 436916"/>
                <a:gd name="csX439" fmla="*/ 353330 w 695344"/>
                <a:gd name="csY439" fmla="*/ 148 h 436916"/>
                <a:gd name="csX440" fmla="*/ 350644 w 695344"/>
                <a:gd name="csY440" fmla="*/ 14 h 436916"/>
                <a:gd name="csX441" fmla="*/ 349787 w 695344"/>
                <a:gd name="csY441" fmla="*/ 14 h 436916"/>
                <a:gd name="csX442" fmla="*/ 347110 w 695344"/>
                <a:gd name="csY442" fmla="*/ 148 h 436916"/>
                <a:gd name="csX443" fmla="*/ 346843 w 695344"/>
                <a:gd name="csY443" fmla="*/ 167 h 436916"/>
                <a:gd name="csX444" fmla="*/ 344100 w 695344"/>
                <a:gd name="csY444" fmla="*/ 405 h 436916"/>
                <a:gd name="csX445" fmla="*/ 343672 w 695344"/>
                <a:gd name="csY445" fmla="*/ 452 h 436916"/>
                <a:gd name="csX446" fmla="*/ 340985 w 695344"/>
                <a:gd name="csY446" fmla="*/ 814 h 436916"/>
                <a:gd name="csX447" fmla="*/ 340604 w 695344"/>
                <a:gd name="csY447" fmla="*/ 881 h 436916"/>
                <a:gd name="csX448" fmla="*/ 337871 w 695344"/>
                <a:gd name="csY448" fmla="*/ 1386 h 436916"/>
                <a:gd name="csX449" fmla="*/ 337699 w 695344"/>
                <a:gd name="csY449" fmla="*/ 1414 h 436916"/>
                <a:gd name="csX450" fmla="*/ 335023 w 695344"/>
                <a:gd name="csY450" fmla="*/ 1967 h 436916"/>
                <a:gd name="csX451" fmla="*/ 334661 w 695344"/>
                <a:gd name="csY451" fmla="*/ 2053 h 436916"/>
                <a:gd name="csX452" fmla="*/ 331927 w 695344"/>
                <a:gd name="csY452" fmla="*/ 2738 h 436916"/>
                <a:gd name="csX453" fmla="*/ 331137 w 695344"/>
                <a:gd name="csY453" fmla="*/ 2986 h 436916"/>
                <a:gd name="csX454" fmla="*/ 328460 w 695344"/>
                <a:gd name="csY454" fmla="*/ 3948 h 436916"/>
                <a:gd name="csX455" fmla="*/ 327574 w 695344"/>
                <a:gd name="csY455" fmla="*/ 4329 h 436916"/>
                <a:gd name="csX456" fmla="*/ 324888 w 695344"/>
                <a:gd name="csY456" fmla="*/ 5663 h 436916"/>
                <a:gd name="csX457" fmla="*/ 324383 w 695344"/>
                <a:gd name="csY457" fmla="*/ 5939 h 436916"/>
                <a:gd name="csX458" fmla="*/ 321640 w 695344"/>
                <a:gd name="csY458" fmla="*/ 7549 h 436916"/>
                <a:gd name="csX459" fmla="*/ 321154 w 695344"/>
                <a:gd name="csY459" fmla="*/ 7863 h 436916"/>
                <a:gd name="csX460" fmla="*/ 318468 w 695344"/>
                <a:gd name="csY460" fmla="*/ 9701 h 436916"/>
                <a:gd name="csX461" fmla="*/ 318383 w 695344"/>
                <a:gd name="csY461" fmla="*/ 9768 h 436916"/>
                <a:gd name="csX462" fmla="*/ 315649 w 695344"/>
                <a:gd name="csY462" fmla="*/ 11701 h 436916"/>
                <a:gd name="csX463" fmla="*/ 315287 w 695344"/>
                <a:gd name="csY463" fmla="*/ 11968 h 436916"/>
                <a:gd name="csX464" fmla="*/ 312677 w 695344"/>
                <a:gd name="csY464" fmla="*/ 14026 h 436916"/>
                <a:gd name="csX465" fmla="*/ 310001 w 695344"/>
                <a:gd name="csY465" fmla="*/ 16045 h 436916"/>
                <a:gd name="csX466" fmla="*/ 309829 w 695344"/>
                <a:gd name="csY466" fmla="*/ 16188 h 436916"/>
                <a:gd name="csX467" fmla="*/ 304467 w 695344"/>
                <a:gd name="csY467" fmla="*/ 20464 h 436916"/>
                <a:gd name="csX468" fmla="*/ 304248 w 695344"/>
                <a:gd name="csY468" fmla="*/ 20645 h 436916"/>
                <a:gd name="csX469" fmla="*/ 301504 w 695344"/>
                <a:gd name="csY469" fmla="*/ 22998 h 436916"/>
                <a:gd name="csX470" fmla="*/ 301104 w 695344"/>
                <a:gd name="csY470" fmla="*/ 23370 h 436916"/>
                <a:gd name="csX471" fmla="*/ 298418 w 695344"/>
                <a:gd name="csY471" fmla="*/ 25989 h 436916"/>
                <a:gd name="csX472" fmla="*/ 298066 w 695344"/>
                <a:gd name="csY472" fmla="*/ 26370 h 436916"/>
                <a:gd name="csX473" fmla="*/ 295323 w 695344"/>
                <a:gd name="csY473" fmla="*/ 29408 h 436916"/>
                <a:gd name="csX474" fmla="*/ 294923 w 695344"/>
                <a:gd name="csY474" fmla="*/ 29875 h 436916"/>
                <a:gd name="csX475" fmla="*/ 286883 w 695344"/>
                <a:gd name="csY475" fmla="*/ 40248 h 436916"/>
                <a:gd name="csX476" fmla="*/ 284207 w 695344"/>
                <a:gd name="csY476" fmla="*/ 43534 h 436916"/>
                <a:gd name="csX477" fmla="*/ 284083 w 695344"/>
                <a:gd name="csY477" fmla="*/ 43686 h 436916"/>
                <a:gd name="csX478" fmla="*/ 281407 w 695344"/>
                <a:gd name="csY478" fmla="*/ 47144 h 436916"/>
                <a:gd name="csX479" fmla="*/ 281226 w 695344"/>
                <a:gd name="csY479" fmla="*/ 47392 h 436916"/>
                <a:gd name="csX480" fmla="*/ 278540 w 695344"/>
                <a:gd name="csY480" fmla="*/ 51116 h 436916"/>
                <a:gd name="csX481" fmla="*/ 278454 w 695344"/>
                <a:gd name="csY481" fmla="*/ 51240 h 436916"/>
                <a:gd name="csX482" fmla="*/ 275711 w 695344"/>
                <a:gd name="csY482" fmla="*/ 55202 h 436916"/>
                <a:gd name="csX483" fmla="*/ 275530 w 695344"/>
                <a:gd name="csY483" fmla="*/ 55488 h 436916"/>
                <a:gd name="csX484" fmla="*/ 270100 w 695344"/>
                <a:gd name="csY484" fmla="*/ 64051 h 436916"/>
                <a:gd name="csX485" fmla="*/ 270043 w 695344"/>
                <a:gd name="csY485" fmla="*/ 64146 h 436916"/>
                <a:gd name="csX486" fmla="*/ 267357 w 695344"/>
                <a:gd name="csY486" fmla="*/ 68528 h 436916"/>
                <a:gd name="csX487" fmla="*/ 267319 w 695344"/>
                <a:gd name="csY487" fmla="*/ 68585 h 436916"/>
                <a:gd name="csX488" fmla="*/ 264585 w 695344"/>
                <a:gd name="csY488" fmla="*/ 73147 h 436916"/>
                <a:gd name="csX489" fmla="*/ 264452 w 695344"/>
                <a:gd name="csY489" fmla="*/ 73366 h 436916"/>
                <a:gd name="csX490" fmla="*/ 261776 w 695344"/>
                <a:gd name="csY490" fmla="*/ 78157 h 436916"/>
                <a:gd name="csX491" fmla="*/ 261709 w 695344"/>
                <a:gd name="csY491" fmla="*/ 78272 h 436916"/>
                <a:gd name="csX492" fmla="*/ 253632 w 695344"/>
                <a:gd name="csY492" fmla="*/ 93235 h 436916"/>
                <a:gd name="csX493" fmla="*/ 250917 w 695344"/>
                <a:gd name="csY493" fmla="*/ 98122 h 436916"/>
                <a:gd name="csX494" fmla="*/ 250841 w 695344"/>
                <a:gd name="csY494" fmla="*/ 98246 h 436916"/>
                <a:gd name="csX495" fmla="*/ 245421 w 695344"/>
                <a:gd name="csY495" fmla="*/ 108428 h 436916"/>
                <a:gd name="csX496" fmla="*/ 245335 w 695344"/>
                <a:gd name="csY496" fmla="*/ 108609 h 436916"/>
                <a:gd name="csX497" fmla="*/ 240001 w 695344"/>
                <a:gd name="csY497" fmla="*/ 119210 h 436916"/>
                <a:gd name="csX498" fmla="*/ 234648 w 695344"/>
                <a:gd name="csY498" fmla="*/ 129354 h 436916"/>
                <a:gd name="csX499" fmla="*/ 231934 w 695344"/>
                <a:gd name="csY499" fmla="*/ 134326 h 436916"/>
                <a:gd name="csX500" fmla="*/ 231867 w 695344"/>
                <a:gd name="csY500" fmla="*/ 134450 h 436916"/>
                <a:gd name="csX501" fmla="*/ 226447 w 695344"/>
                <a:gd name="csY501" fmla="*/ 144813 h 436916"/>
                <a:gd name="csX502" fmla="*/ 226371 w 695344"/>
                <a:gd name="csY502" fmla="*/ 144966 h 436916"/>
                <a:gd name="csX503" fmla="*/ 223685 w 695344"/>
                <a:gd name="csY503" fmla="*/ 150357 h 436916"/>
                <a:gd name="csX504" fmla="*/ 223666 w 695344"/>
                <a:gd name="csY504" fmla="*/ 150405 h 436916"/>
                <a:gd name="csX505" fmla="*/ 220990 w 695344"/>
                <a:gd name="csY505" fmla="*/ 155862 h 436916"/>
                <a:gd name="csX506" fmla="*/ 218265 w 695344"/>
                <a:gd name="csY506" fmla="*/ 161368 h 436916"/>
                <a:gd name="csX507" fmla="*/ 218208 w 695344"/>
                <a:gd name="csY507" fmla="*/ 161473 h 436916"/>
                <a:gd name="csX508" fmla="*/ 212789 w 695344"/>
                <a:gd name="csY508" fmla="*/ 172807 h 436916"/>
                <a:gd name="csX509" fmla="*/ 212760 w 695344"/>
                <a:gd name="csY509" fmla="*/ 172855 h 436916"/>
                <a:gd name="csX510" fmla="*/ 210112 w 695344"/>
                <a:gd name="csY510" fmla="*/ 178503 h 436916"/>
                <a:gd name="csX511" fmla="*/ 207416 w 695344"/>
                <a:gd name="csY511" fmla="*/ 183980 h 436916"/>
                <a:gd name="csX512" fmla="*/ 204759 w 695344"/>
                <a:gd name="csY512" fmla="*/ 189276 h 436916"/>
                <a:gd name="csX513" fmla="*/ 199339 w 695344"/>
                <a:gd name="csY513" fmla="*/ 200001 h 436916"/>
                <a:gd name="csX514" fmla="*/ 199273 w 695344"/>
                <a:gd name="csY514" fmla="*/ 200144 h 436916"/>
                <a:gd name="csX515" fmla="*/ 196596 w 695344"/>
                <a:gd name="csY515" fmla="*/ 205697 h 436916"/>
                <a:gd name="csX516" fmla="*/ 191233 w 695344"/>
                <a:gd name="csY516" fmla="*/ 216679 h 436916"/>
                <a:gd name="csX517" fmla="*/ 188538 w 695344"/>
                <a:gd name="csY517" fmla="*/ 221899 h 436916"/>
                <a:gd name="csX518" fmla="*/ 188519 w 695344"/>
                <a:gd name="csY518" fmla="*/ 221937 h 436916"/>
                <a:gd name="csX519" fmla="*/ 185861 w 695344"/>
                <a:gd name="csY519" fmla="*/ 227119 h 436916"/>
                <a:gd name="csX520" fmla="*/ 183156 w 695344"/>
                <a:gd name="csY520" fmla="*/ 232224 h 436916"/>
                <a:gd name="csX521" fmla="*/ 183137 w 695344"/>
                <a:gd name="csY521" fmla="*/ 232262 h 436916"/>
                <a:gd name="csX522" fmla="*/ 180461 w 695344"/>
                <a:gd name="csY522" fmla="*/ 237358 h 436916"/>
                <a:gd name="csX523" fmla="*/ 175050 w 695344"/>
                <a:gd name="csY523" fmla="*/ 247560 h 436916"/>
                <a:gd name="csX524" fmla="*/ 174993 w 695344"/>
                <a:gd name="csY524" fmla="*/ 247674 h 436916"/>
                <a:gd name="csX525" fmla="*/ 172326 w 695344"/>
                <a:gd name="csY525" fmla="*/ 252884 h 436916"/>
                <a:gd name="csX526" fmla="*/ 166954 w 695344"/>
                <a:gd name="csY526" fmla="*/ 263104 h 436916"/>
                <a:gd name="csX527" fmla="*/ 161592 w 695344"/>
                <a:gd name="csY527" fmla="*/ 272953 h 436916"/>
                <a:gd name="csX528" fmla="*/ 158953 w 695344"/>
                <a:gd name="csY528" fmla="*/ 277649 h 436916"/>
                <a:gd name="csX529" fmla="*/ 156248 w 695344"/>
                <a:gd name="csY529" fmla="*/ 282345 h 436916"/>
                <a:gd name="csX530" fmla="*/ 156229 w 695344"/>
                <a:gd name="csY530" fmla="*/ 282383 h 436916"/>
                <a:gd name="csX531" fmla="*/ 153600 w 695344"/>
                <a:gd name="csY531" fmla="*/ 286984 h 436916"/>
                <a:gd name="csX532" fmla="*/ 148276 w 695344"/>
                <a:gd name="csY532" fmla="*/ 295746 h 436916"/>
                <a:gd name="csX533" fmla="*/ 142923 w 695344"/>
                <a:gd name="csY533" fmla="*/ 304167 h 436916"/>
                <a:gd name="csX534" fmla="*/ 140294 w 695344"/>
                <a:gd name="csY534" fmla="*/ 308234 h 436916"/>
                <a:gd name="csX535" fmla="*/ 137589 w 695344"/>
                <a:gd name="csY535" fmla="*/ 312282 h 436916"/>
                <a:gd name="csX536" fmla="*/ 137541 w 695344"/>
                <a:gd name="csY536" fmla="*/ 312349 h 436916"/>
                <a:gd name="csX537" fmla="*/ 134884 w 695344"/>
                <a:gd name="csY537" fmla="*/ 316406 h 436916"/>
                <a:gd name="csX538" fmla="*/ 129540 w 695344"/>
                <a:gd name="csY538" fmla="*/ 324350 h 436916"/>
                <a:gd name="csX539" fmla="*/ 126873 w 695344"/>
                <a:gd name="csY539" fmla="*/ 328160 h 436916"/>
                <a:gd name="csX540" fmla="*/ 124282 w 695344"/>
                <a:gd name="csY540" fmla="*/ 331770 h 436916"/>
                <a:gd name="csX541" fmla="*/ 121710 w 695344"/>
                <a:gd name="csY541" fmla="*/ 335161 h 436916"/>
                <a:gd name="csX542" fmla="*/ 116405 w 695344"/>
                <a:gd name="csY542" fmla="*/ 341886 h 436916"/>
                <a:gd name="csX543" fmla="*/ 111090 w 695344"/>
                <a:gd name="csY543" fmla="*/ 348286 h 436916"/>
                <a:gd name="csX544" fmla="*/ 108433 w 695344"/>
                <a:gd name="csY544" fmla="*/ 351363 h 436916"/>
                <a:gd name="csX545" fmla="*/ 105851 w 695344"/>
                <a:gd name="csY545" fmla="*/ 354297 h 436916"/>
                <a:gd name="csX546" fmla="*/ 100498 w 695344"/>
                <a:gd name="csY546" fmla="*/ 360069 h 436916"/>
                <a:gd name="csX547" fmla="*/ 100403 w 695344"/>
                <a:gd name="csY547" fmla="*/ 360174 h 436916"/>
                <a:gd name="csX548" fmla="*/ 97765 w 695344"/>
                <a:gd name="csY548" fmla="*/ 363126 h 436916"/>
                <a:gd name="csX549" fmla="*/ 92478 w 695344"/>
                <a:gd name="csY549" fmla="*/ 368860 h 436916"/>
                <a:gd name="csX550" fmla="*/ 89945 w 695344"/>
                <a:gd name="csY550" fmla="*/ 371423 h 436916"/>
                <a:gd name="csX551" fmla="*/ 87525 w 695344"/>
                <a:gd name="csY551" fmla="*/ 373709 h 436916"/>
                <a:gd name="csX552" fmla="*/ 82344 w 695344"/>
                <a:gd name="csY552" fmla="*/ 378109 h 436916"/>
                <a:gd name="csX553" fmla="*/ 79800 w 695344"/>
                <a:gd name="csY553" fmla="*/ 380167 h 436916"/>
                <a:gd name="csX554" fmla="*/ 74457 w 695344"/>
                <a:gd name="csY554" fmla="*/ 384339 h 436916"/>
                <a:gd name="csX555" fmla="*/ 66418 w 695344"/>
                <a:gd name="csY555" fmla="*/ 390501 h 436916"/>
                <a:gd name="csX556" fmla="*/ 63951 w 695344"/>
                <a:gd name="csY556" fmla="*/ 392282 h 436916"/>
                <a:gd name="csX557" fmla="*/ 61503 w 695344"/>
                <a:gd name="csY557" fmla="*/ 393921 h 436916"/>
                <a:gd name="csX558" fmla="*/ 58941 w 695344"/>
                <a:gd name="csY558" fmla="*/ 395521 h 436916"/>
                <a:gd name="csX559" fmla="*/ 56369 w 695344"/>
                <a:gd name="csY559" fmla="*/ 397054 h 436916"/>
                <a:gd name="csX560" fmla="*/ 51073 w 695344"/>
                <a:gd name="csY560" fmla="*/ 400121 h 436916"/>
                <a:gd name="csX561" fmla="*/ 48435 w 695344"/>
                <a:gd name="csY561" fmla="*/ 401579 h 436916"/>
                <a:gd name="csX562" fmla="*/ 43263 w 695344"/>
                <a:gd name="csY562" fmla="*/ 404379 h 436916"/>
                <a:gd name="csX563" fmla="*/ 40757 w 695344"/>
                <a:gd name="csY563" fmla="*/ 405598 h 436916"/>
                <a:gd name="csX564" fmla="*/ 38271 w 695344"/>
                <a:gd name="csY564" fmla="*/ 406751 h 436916"/>
                <a:gd name="csX565" fmla="*/ 33052 w 695344"/>
                <a:gd name="csY565" fmla="*/ 408970 h 436916"/>
                <a:gd name="csX566" fmla="*/ 27832 w 695344"/>
                <a:gd name="csY566" fmla="*/ 411056 h 436916"/>
                <a:gd name="csX567" fmla="*/ 22660 w 695344"/>
                <a:gd name="csY567" fmla="*/ 412942 h 436916"/>
                <a:gd name="csX568" fmla="*/ 20193 w 695344"/>
                <a:gd name="csY568" fmla="*/ 413752 h 436916"/>
                <a:gd name="csX569" fmla="*/ 14916 w 695344"/>
                <a:gd name="csY569" fmla="*/ 415361 h 436916"/>
                <a:gd name="csX570" fmla="*/ 12297 w 695344"/>
                <a:gd name="csY570" fmla="*/ 416114 h 436916"/>
                <a:gd name="csX571" fmla="*/ 0 w 695344"/>
                <a:gd name="csY571" fmla="*/ 419638 h 436916"/>
                <a:gd name="csX572" fmla="*/ 0 w 695344"/>
                <a:gd name="csY572" fmla="*/ 436250 h 436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</a:cxnLst>
              <a:rect l="l" t="t" r="r" b="b"/>
              <a:pathLst>
                <a:path w="695344" h="436916">
                  <a:moveTo>
                    <a:pt x="0" y="436250"/>
                  </a:moveTo>
                  <a:lnTo>
                    <a:pt x="2934" y="435840"/>
                  </a:lnTo>
                  <a:cubicBezTo>
                    <a:pt x="3019" y="435821"/>
                    <a:pt x="3096" y="435802"/>
                    <a:pt x="3181" y="435783"/>
                  </a:cubicBezTo>
                  <a:lnTo>
                    <a:pt x="16707" y="432097"/>
                  </a:lnTo>
                  <a:cubicBezTo>
                    <a:pt x="16735" y="432087"/>
                    <a:pt x="16774" y="432078"/>
                    <a:pt x="16802" y="432068"/>
                  </a:cubicBezTo>
                  <a:lnTo>
                    <a:pt x="19545" y="431287"/>
                  </a:lnTo>
                  <a:cubicBezTo>
                    <a:pt x="19593" y="431268"/>
                    <a:pt x="19641" y="431259"/>
                    <a:pt x="19688" y="431240"/>
                  </a:cubicBezTo>
                  <a:lnTo>
                    <a:pt x="25108" y="429582"/>
                  </a:lnTo>
                  <a:cubicBezTo>
                    <a:pt x="25156" y="429563"/>
                    <a:pt x="25213" y="429554"/>
                    <a:pt x="25260" y="429535"/>
                  </a:cubicBezTo>
                  <a:lnTo>
                    <a:pt x="27937" y="428658"/>
                  </a:lnTo>
                  <a:cubicBezTo>
                    <a:pt x="28032" y="428630"/>
                    <a:pt x="28118" y="428601"/>
                    <a:pt x="28213" y="428563"/>
                  </a:cubicBezTo>
                  <a:lnTo>
                    <a:pt x="33633" y="426591"/>
                  </a:lnTo>
                  <a:cubicBezTo>
                    <a:pt x="33709" y="426563"/>
                    <a:pt x="33785" y="426525"/>
                    <a:pt x="33861" y="426496"/>
                  </a:cubicBezTo>
                  <a:lnTo>
                    <a:pt x="39291" y="424334"/>
                  </a:lnTo>
                  <a:cubicBezTo>
                    <a:pt x="39338" y="424315"/>
                    <a:pt x="39395" y="424286"/>
                    <a:pt x="39453" y="424267"/>
                  </a:cubicBezTo>
                  <a:lnTo>
                    <a:pt x="44872" y="421962"/>
                  </a:lnTo>
                  <a:cubicBezTo>
                    <a:pt x="44958" y="421924"/>
                    <a:pt x="45044" y="421896"/>
                    <a:pt x="45120" y="421858"/>
                  </a:cubicBezTo>
                  <a:lnTo>
                    <a:pt x="47806" y="420610"/>
                  </a:lnTo>
                  <a:cubicBezTo>
                    <a:pt x="47854" y="420591"/>
                    <a:pt x="47901" y="420562"/>
                    <a:pt x="47949" y="420543"/>
                  </a:cubicBezTo>
                  <a:lnTo>
                    <a:pt x="50692" y="419210"/>
                  </a:lnTo>
                  <a:cubicBezTo>
                    <a:pt x="50797" y="419152"/>
                    <a:pt x="50902" y="419105"/>
                    <a:pt x="50997" y="419048"/>
                  </a:cubicBezTo>
                  <a:lnTo>
                    <a:pt x="56359" y="416142"/>
                  </a:lnTo>
                  <a:cubicBezTo>
                    <a:pt x="56388" y="416133"/>
                    <a:pt x="56417" y="416114"/>
                    <a:pt x="56445" y="416104"/>
                  </a:cubicBezTo>
                  <a:lnTo>
                    <a:pt x="59179" y="414580"/>
                  </a:lnTo>
                  <a:cubicBezTo>
                    <a:pt x="59226" y="414561"/>
                    <a:pt x="59265" y="414533"/>
                    <a:pt x="59303" y="414514"/>
                  </a:cubicBezTo>
                  <a:lnTo>
                    <a:pt x="64732" y="411380"/>
                  </a:lnTo>
                  <a:cubicBezTo>
                    <a:pt x="64770" y="411351"/>
                    <a:pt x="64808" y="411332"/>
                    <a:pt x="64856" y="411304"/>
                  </a:cubicBezTo>
                  <a:lnTo>
                    <a:pt x="67532" y="409694"/>
                  </a:lnTo>
                  <a:cubicBezTo>
                    <a:pt x="67570" y="409675"/>
                    <a:pt x="67608" y="409656"/>
                    <a:pt x="67637" y="409627"/>
                  </a:cubicBezTo>
                  <a:lnTo>
                    <a:pt x="70380" y="407922"/>
                  </a:lnTo>
                  <a:cubicBezTo>
                    <a:pt x="70456" y="407875"/>
                    <a:pt x="70542" y="407827"/>
                    <a:pt x="70618" y="407770"/>
                  </a:cubicBezTo>
                  <a:lnTo>
                    <a:pt x="73295" y="405979"/>
                  </a:lnTo>
                  <a:cubicBezTo>
                    <a:pt x="73381" y="405922"/>
                    <a:pt x="73457" y="405865"/>
                    <a:pt x="73533" y="405817"/>
                  </a:cubicBezTo>
                  <a:lnTo>
                    <a:pt x="76219" y="403884"/>
                  </a:lnTo>
                  <a:cubicBezTo>
                    <a:pt x="76286" y="403827"/>
                    <a:pt x="76352" y="403779"/>
                    <a:pt x="76410" y="403731"/>
                  </a:cubicBezTo>
                  <a:lnTo>
                    <a:pt x="84572" y="397473"/>
                  </a:lnTo>
                  <a:cubicBezTo>
                    <a:pt x="84592" y="397454"/>
                    <a:pt x="84611" y="397435"/>
                    <a:pt x="84630" y="397426"/>
                  </a:cubicBezTo>
                  <a:lnTo>
                    <a:pt x="90059" y="393187"/>
                  </a:lnTo>
                  <a:cubicBezTo>
                    <a:pt x="90087" y="393159"/>
                    <a:pt x="90126" y="393130"/>
                    <a:pt x="90154" y="393111"/>
                  </a:cubicBezTo>
                  <a:lnTo>
                    <a:pt x="92840" y="390939"/>
                  </a:lnTo>
                  <a:cubicBezTo>
                    <a:pt x="92897" y="390901"/>
                    <a:pt x="92945" y="390854"/>
                    <a:pt x="93002" y="390806"/>
                  </a:cubicBezTo>
                  <a:lnTo>
                    <a:pt x="98422" y="386205"/>
                  </a:lnTo>
                  <a:cubicBezTo>
                    <a:pt x="98536" y="386110"/>
                    <a:pt x="98641" y="386015"/>
                    <a:pt x="98746" y="385910"/>
                  </a:cubicBezTo>
                  <a:lnTo>
                    <a:pt x="101432" y="383377"/>
                  </a:lnTo>
                  <a:cubicBezTo>
                    <a:pt x="101498" y="383319"/>
                    <a:pt x="101556" y="383253"/>
                    <a:pt x="101622" y="383186"/>
                  </a:cubicBezTo>
                  <a:lnTo>
                    <a:pt x="104365" y="380424"/>
                  </a:lnTo>
                  <a:cubicBezTo>
                    <a:pt x="104432" y="380357"/>
                    <a:pt x="104508" y="380281"/>
                    <a:pt x="104575" y="380205"/>
                  </a:cubicBezTo>
                  <a:lnTo>
                    <a:pt x="110004" y="374309"/>
                  </a:lnTo>
                  <a:cubicBezTo>
                    <a:pt x="110023" y="374280"/>
                    <a:pt x="110052" y="374252"/>
                    <a:pt x="110071" y="374223"/>
                  </a:cubicBezTo>
                  <a:lnTo>
                    <a:pt x="112709" y="371289"/>
                  </a:lnTo>
                  <a:cubicBezTo>
                    <a:pt x="112709" y="371289"/>
                    <a:pt x="118081" y="365489"/>
                    <a:pt x="118081" y="365489"/>
                  </a:cubicBezTo>
                  <a:cubicBezTo>
                    <a:pt x="118129" y="365441"/>
                    <a:pt x="118177" y="365393"/>
                    <a:pt x="118215" y="365336"/>
                  </a:cubicBezTo>
                  <a:lnTo>
                    <a:pt x="120901" y="362298"/>
                  </a:lnTo>
                  <a:cubicBezTo>
                    <a:pt x="120920" y="362279"/>
                    <a:pt x="120939" y="362250"/>
                    <a:pt x="120958" y="362231"/>
                  </a:cubicBezTo>
                  <a:lnTo>
                    <a:pt x="123701" y="359050"/>
                  </a:lnTo>
                  <a:cubicBezTo>
                    <a:pt x="123739" y="359012"/>
                    <a:pt x="123768" y="358973"/>
                    <a:pt x="123806" y="358926"/>
                  </a:cubicBezTo>
                  <a:lnTo>
                    <a:pt x="129226" y="352392"/>
                  </a:lnTo>
                  <a:cubicBezTo>
                    <a:pt x="129273" y="352335"/>
                    <a:pt x="129311" y="352287"/>
                    <a:pt x="129350" y="352239"/>
                  </a:cubicBezTo>
                  <a:lnTo>
                    <a:pt x="134769" y="345372"/>
                  </a:lnTo>
                  <a:cubicBezTo>
                    <a:pt x="134807" y="345334"/>
                    <a:pt x="134845" y="345286"/>
                    <a:pt x="134884" y="345238"/>
                  </a:cubicBezTo>
                  <a:lnTo>
                    <a:pt x="137560" y="341686"/>
                  </a:lnTo>
                  <a:cubicBezTo>
                    <a:pt x="137598" y="341638"/>
                    <a:pt x="137646" y="341581"/>
                    <a:pt x="137684" y="341533"/>
                  </a:cubicBezTo>
                  <a:lnTo>
                    <a:pt x="140360" y="337799"/>
                  </a:lnTo>
                  <a:cubicBezTo>
                    <a:pt x="140379" y="337771"/>
                    <a:pt x="140408" y="337742"/>
                    <a:pt x="140427" y="337714"/>
                  </a:cubicBezTo>
                  <a:lnTo>
                    <a:pt x="143161" y="333799"/>
                  </a:lnTo>
                  <a:cubicBezTo>
                    <a:pt x="143189" y="333761"/>
                    <a:pt x="143218" y="333713"/>
                    <a:pt x="143246" y="333675"/>
                  </a:cubicBezTo>
                  <a:lnTo>
                    <a:pt x="148676" y="325617"/>
                  </a:lnTo>
                  <a:cubicBezTo>
                    <a:pt x="148695" y="325588"/>
                    <a:pt x="148714" y="325550"/>
                    <a:pt x="148733" y="325522"/>
                  </a:cubicBezTo>
                  <a:lnTo>
                    <a:pt x="151390" y="321464"/>
                  </a:lnTo>
                  <a:cubicBezTo>
                    <a:pt x="151390" y="321464"/>
                    <a:pt x="154105" y="317397"/>
                    <a:pt x="154105" y="317397"/>
                  </a:cubicBezTo>
                  <a:cubicBezTo>
                    <a:pt x="154134" y="317359"/>
                    <a:pt x="154153" y="317330"/>
                    <a:pt x="154172" y="317292"/>
                  </a:cubicBezTo>
                  <a:lnTo>
                    <a:pt x="156858" y="313149"/>
                  </a:lnTo>
                  <a:cubicBezTo>
                    <a:pt x="156867" y="313130"/>
                    <a:pt x="156877" y="313111"/>
                    <a:pt x="156896" y="313092"/>
                  </a:cubicBezTo>
                  <a:lnTo>
                    <a:pt x="162316" y="304576"/>
                  </a:lnTo>
                  <a:cubicBezTo>
                    <a:pt x="162344" y="304529"/>
                    <a:pt x="162373" y="304471"/>
                    <a:pt x="162411" y="304424"/>
                  </a:cubicBezTo>
                  <a:lnTo>
                    <a:pt x="167831" y="295489"/>
                  </a:lnTo>
                  <a:cubicBezTo>
                    <a:pt x="167869" y="295432"/>
                    <a:pt x="167907" y="295365"/>
                    <a:pt x="167945" y="295299"/>
                  </a:cubicBezTo>
                  <a:lnTo>
                    <a:pt x="170612" y="290622"/>
                  </a:lnTo>
                  <a:cubicBezTo>
                    <a:pt x="170612" y="290622"/>
                    <a:pt x="173345" y="285898"/>
                    <a:pt x="173345" y="285898"/>
                  </a:cubicBezTo>
                  <a:cubicBezTo>
                    <a:pt x="173365" y="285860"/>
                    <a:pt x="173374" y="285831"/>
                    <a:pt x="173393" y="285802"/>
                  </a:cubicBezTo>
                  <a:lnTo>
                    <a:pt x="176079" y="281011"/>
                  </a:lnTo>
                  <a:cubicBezTo>
                    <a:pt x="176098" y="280983"/>
                    <a:pt x="176108" y="280954"/>
                    <a:pt x="176127" y="280926"/>
                  </a:cubicBezTo>
                  <a:lnTo>
                    <a:pt x="181547" y="270982"/>
                  </a:lnTo>
                  <a:cubicBezTo>
                    <a:pt x="181566" y="270943"/>
                    <a:pt x="181585" y="270905"/>
                    <a:pt x="181604" y="270867"/>
                  </a:cubicBezTo>
                  <a:lnTo>
                    <a:pt x="187023" y="260552"/>
                  </a:lnTo>
                  <a:cubicBezTo>
                    <a:pt x="187042" y="260523"/>
                    <a:pt x="187061" y="260494"/>
                    <a:pt x="187071" y="260466"/>
                  </a:cubicBezTo>
                  <a:lnTo>
                    <a:pt x="189728" y="255275"/>
                  </a:lnTo>
                  <a:cubicBezTo>
                    <a:pt x="189728" y="255275"/>
                    <a:pt x="195120" y="245112"/>
                    <a:pt x="195120" y="245112"/>
                  </a:cubicBezTo>
                  <a:cubicBezTo>
                    <a:pt x="195120" y="245093"/>
                    <a:pt x="195129" y="245083"/>
                    <a:pt x="195129" y="245073"/>
                  </a:cubicBezTo>
                  <a:lnTo>
                    <a:pt x="197806" y="239978"/>
                  </a:lnTo>
                  <a:cubicBezTo>
                    <a:pt x="197806" y="239978"/>
                    <a:pt x="200539" y="234844"/>
                    <a:pt x="200539" y="234844"/>
                  </a:cubicBezTo>
                  <a:cubicBezTo>
                    <a:pt x="200558" y="234806"/>
                    <a:pt x="200577" y="234767"/>
                    <a:pt x="200597" y="234729"/>
                  </a:cubicBezTo>
                  <a:lnTo>
                    <a:pt x="203273" y="229491"/>
                  </a:lnTo>
                  <a:cubicBezTo>
                    <a:pt x="203273" y="229491"/>
                    <a:pt x="205997" y="224214"/>
                    <a:pt x="205997" y="224214"/>
                  </a:cubicBezTo>
                  <a:cubicBezTo>
                    <a:pt x="206026" y="224157"/>
                    <a:pt x="206054" y="224099"/>
                    <a:pt x="206083" y="224042"/>
                  </a:cubicBezTo>
                  <a:lnTo>
                    <a:pt x="211503" y="212946"/>
                  </a:lnTo>
                  <a:cubicBezTo>
                    <a:pt x="211512" y="212936"/>
                    <a:pt x="211522" y="212917"/>
                    <a:pt x="211531" y="212908"/>
                  </a:cubicBezTo>
                  <a:lnTo>
                    <a:pt x="214179" y="207402"/>
                  </a:lnTo>
                  <a:cubicBezTo>
                    <a:pt x="214646" y="206469"/>
                    <a:pt x="219561" y="196744"/>
                    <a:pt x="219561" y="196744"/>
                  </a:cubicBezTo>
                  <a:cubicBezTo>
                    <a:pt x="219561" y="196744"/>
                    <a:pt x="219570" y="196734"/>
                    <a:pt x="219570" y="196725"/>
                  </a:cubicBezTo>
                  <a:lnTo>
                    <a:pt x="222256" y="191381"/>
                  </a:lnTo>
                  <a:cubicBezTo>
                    <a:pt x="222266" y="191362"/>
                    <a:pt x="222275" y="191343"/>
                    <a:pt x="222285" y="191324"/>
                  </a:cubicBezTo>
                  <a:lnTo>
                    <a:pt x="225028" y="185752"/>
                  </a:lnTo>
                  <a:cubicBezTo>
                    <a:pt x="225047" y="185704"/>
                    <a:pt x="225066" y="185666"/>
                    <a:pt x="225085" y="185618"/>
                  </a:cubicBezTo>
                  <a:lnTo>
                    <a:pt x="227752" y="179932"/>
                  </a:lnTo>
                  <a:cubicBezTo>
                    <a:pt x="227752" y="179932"/>
                    <a:pt x="233143" y="168683"/>
                    <a:pt x="233143" y="168683"/>
                  </a:cubicBezTo>
                  <a:cubicBezTo>
                    <a:pt x="233143" y="168683"/>
                    <a:pt x="235858" y="163206"/>
                    <a:pt x="235858" y="163206"/>
                  </a:cubicBezTo>
                  <a:cubicBezTo>
                    <a:pt x="235858" y="163197"/>
                    <a:pt x="235868" y="163187"/>
                    <a:pt x="235877" y="163168"/>
                  </a:cubicBezTo>
                  <a:lnTo>
                    <a:pt x="238544" y="157720"/>
                  </a:lnTo>
                  <a:cubicBezTo>
                    <a:pt x="238544" y="157720"/>
                    <a:pt x="241173" y="152424"/>
                    <a:pt x="241173" y="152424"/>
                  </a:cubicBezTo>
                  <a:cubicBezTo>
                    <a:pt x="241173" y="152424"/>
                    <a:pt x="246069" y="143070"/>
                    <a:pt x="246526" y="142203"/>
                  </a:cubicBezTo>
                  <a:cubicBezTo>
                    <a:pt x="246526" y="142203"/>
                    <a:pt x="249231" y="137250"/>
                    <a:pt x="249231" y="137250"/>
                  </a:cubicBezTo>
                  <a:cubicBezTo>
                    <a:pt x="249250" y="137212"/>
                    <a:pt x="249269" y="137184"/>
                    <a:pt x="249288" y="137146"/>
                  </a:cubicBezTo>
                  <a:lnTo>
                    <a:pt x="254708" y="126878"/>
                  </a:lnTo>
                  <a:cubicBezTo>
                    <a:pt x="254737" y="126830"/>
                    <a:pt x="254756" y="126783"/>
                    <a:pt x="254784" y="126725"/>
                  </a:cubicBezTo>
                  <a:cubicBezTo>
                    <a:pt x="254784" y="126725"/>
                    <a:pt x="259585" y="117162"/>
                    <a:pt x="260099" y="116134"/>
                  </a:cubicBezTo>
                  <a:cubicBezTo>
                    <a:pt x="260604" y="115181"/>
                    <a:pt x="265005" y="106932"/>
                    <a:pt x="265443" y="106113"/>
                  </a:cubicBezTo>
                  <a:cubicBezTo>
                    <a:pt x="265443" y="106113"/>
                    <a:pt x="268148" y="101246"/>
                    <a:pt x="268148" y="101246"/>
                  </a:cubicBezTo>
                  <a:cubicBezTo>
                    <a:pt x="268167" y="101217"/>
                    <a:pt x="268176" y="101189"/>
                    <a:pt x="268195" y="101160"/>
                  </a:cubicBezTo>
                  <a:cubicBezTo>
                    <a:pt x="268195" y="101160"/>
                    <a:pt x="275730" y="87197"/>
                    <a:pt x="276273" y="86196"/>
                  </a:cubicBezTo>
                  <a:cubicBezTo>
                    <a:pt x="276273" y="86196"/>
                    <a:pt x="278854" y="81577"/>
                    <a:pt x="278854" y="81577"/>
                  </a:cubicBezTo>
                  <a:cubicBezTo>
                    <a:pt x="278854" y="81577"/>
                    <a:pt x="281511" y="77157"/>
                    <a:pt x="281511" y="77157"/>
                  </a:cubicBezTo>
                  <a:cubicBezTo>
                    <a:pt x="281511" y="77157"/>
                    <a:pt x="284150" y="72861"/>
                    <a:pt x="284150" y="72861"/>
                  </a:cubicBezTo>
                  <a:cubicBezTo>
                    <a:pt x="284550" y="72223"/>
                    <a:pt x="288769" y="65556"/>
                    <a:pt x="289446" y="64499"/>
                  </a:cubicBezTo>
                  <a:cubicBezTo>
                    <a:pt x="289446" y="64499"/>
                    <a:pt x="292046" y="60736"/>
                    <a:pt x="292046" y="60736"/>
                  </a:cubicBezTo>
                  <a:cubicBezTo>
                    <a:pt x="292046" y="60736"/>
                    <a:pt x="294132" y="57831"/>
                    <a:pt x="294599" y="57193"/>
                  </a:cubicBezTo>
                  <a:cubicBezTo>
                    <a:pt x="294599" y="57193"/>
                    <a:pt x="297123" y="53935"/>
                    <a:pt x="297123" y="53935"/>
                  </a:cubicBezTo>
                  <a:cubicBezTo>
                    <a:pt x="297123" y="53935"/>
                    <a:pt x="299799" y="50649"/>
                    <a:pt x="299799" y="50649"/>
                  </a:cubicBezTo>
                  <a:cubicBezTo>
                    <a:pt x="299847" y="50592"/>
                    <a:pt x="299885" y="50544"/>
                    <a:pt x="299923" y="50487"/>
                  </a:cubicBezTo>
                  <a:lnTo>
                    <a:pt x="307838" y="40276"/>
                  </a:lnTo>
                  <a:cubicBezTo>
                    <a:pt x="307838" y="40276"/>
                    <a:pt x="310201" y="37657"/>
                    <a:pt x="310201" y="37657"/>
                  </a:cubicBezTo>
                  <a:cubicBezTo>
                    <a:pt x="310201" y="37657"/>
                    <a:pt x="312506" y="35409"/>
                    <a:pt x="312506" y="35409"/>
                  </a:cubicBezTo>
                  <a:cubicBezTo>
                    <a:pt x="312506" y="35409"/>
                    <a:pt x="314925" y="33333"/>
                    <a:pt x="314925" y="33333"/>
                  </a:cubicBezTo>
                  <a:cubicBezTo>
                    <a:pt x="314925" y="33333"/>
                    <a:pt x="319411" y="29751"/>
                    <a:pt x="320088" y="29208"/>
                  </a:cubicBezTo>
                  <a:cubicBezTo>
                    <a:pt x="320088" y="29208"/>
                    <a:pt x="322745" y="27199"/>
                    <a:pt x="322745" y="27199"/>
                  </a:cubicBezTo>
                  <a:cubicBezTo>
                    <a:pt x="322793" y="27170"/>
                    <a:pt x="322840" y="27132"/>
                    <a:pt x="322878" y="27094"/>
                  </a:cubicBezTo>
                  <a:lnTo>
                    <a:pt x="325393" y="25113"/>
                  </a:lnTo>
                  <a:cubicBezTo>
                    <a:pt x="325393" y="25113"/>
                    <a:pt x="327908" y="23341"/>
                    <a:pt x="327908" y="23341"/>
                  </a:cubicBezTo>
                  <a:cubicBezTo>
                    <a:pt x="327908" y="23341"/>
                    <a:pt x="330298" y="21693"/>
                    <a:pt x="330298" y="21693"/>
                  </a:cubicBezTo>
                  <a:cubicBezTo>
                    <a:pt x="330298" y="21693"/>
                    <a:pt x="332546" y="20379"/>
                    <a:pt x="332546" y="20379"/>
                  </a:cubicBezTo>
                  <a:cubicBezTo>
                    <a:pt x="332546" y="20379"/>
                    <a:pt x="334537" y="19379"/>
                    <a:pt x="334537" y="19379"/>
                  </a:cubicBezTo>
                  <a:cubicBezTo>
                    <a:pt x="334537" y="19379"/>
                    <a:pt x="336375" y="18721"/>
                    <a:pt x="336375" y="18721"/>
                  </a:cubicBezTo>
                  <a:cubicBezTo>
                    <a:pt x="336375" y="18721"/>
                    <a:pt x="338538" y="18169"/>
                    <a:pt x="338538" y="18169"/>
                  </a:cubicBezTo>
                  <a:cubicBezTo>
                    <a:pt x="338538" y="18169"/>
                    <a:pt x="340966" y="17674"/>
                    <a:pt x="340966" y="17674"/>
                  </a:cubicBezTo>
                  <a:cubicBezTo>
                    <a:pt x="340966" y="17674"/>
                    <a:pt x="343433" y="17216"/>
                    <a:pt x="343433" y="17216"/>
                  </a:cubicBezTo>
                  <a:cubicBezTo>
                    <a:pt x="343433" y="17216"/>
                    <a:pt x="345710" y="16902"/>
                    <a:pt x="345710" y="16902"/>
                  </a:cubicBezTo>
                  <a:cubicBezTo>
                    <a:pt x="345710" y="16902"/>
                    <a:pt x="348091" y="16702"/>
                    <a:pt x="348091" y="16702"/>
                  </a:cubicBezTo>
                  <a:cubicBezTo>
                    <a:pt x="348091" y="16702"/>
                    <a:pt x="350215" y="16597"/>
                    <a:pt x="350215" y="16597"/>
                  </a:cubicBezTo>
                  <a:cubicBezTo>
                    <a:pt x="350215" y="16597"/>
                    <a:pt x="351796" y="16674"/>
                    <a:pt x="351796" y="16674"/>
                  </a:cubicBezTo>
                  <a:cubicBezTo>
                    <a:pt x="351796" y="16674"/>
                    <a:pt x="353216" y="16988"/>
                    <a:pt x="353216" y="16988"/>
                  </a:cubicBezTo>
                  <a:cubicBezTo>
                    <a:pt x="353216" y="16988"/>
                    <a:pt x="355063" y="17721"/>
                    <a:pt x="355063" y="17721"/>
                  </a:cubicBezTo>
                  <a:cubicBezTo>
                    <a:pt x="355063" y="17721"/>
                    <a:pt x="360255" y="20093"/>
                    <a:pt x="360255" y="20093"/>
                  </a:cubicBezTo>
                  <a:cubicBezTo>
                    <a:pt x="360255" y="20093"/>
                    <a:pt x="362617" y="21207"/>
                    <a:pt x="362617" y="21207"/>
                  </a:cubicBezTo>
                  <a:cubicBezTo>
                    <a:pt x="362617" y="21207"/>
                    <a:pt x="364684" y="22408"/>
                    <a:pt x="364684" y="22408"/>
                  </a:cubicBezTo>
                  <a:cubicBezTo>
                    <a:pt x="364684" y="22408"/>
                    <a:pt x="366922" y="23989"/>
                    <a:pt x="366922" y="23989"/>
                  </a:cubicBezTo>
                  <a:cubicBezTo>
                    <a:pt x="366922" y="23989"/>
                    <a:pt x="369475" y="25960"/>
                    <a:pt x="369475" y="25960"/>
                  </a:cubicBezTo>
                  <a:cubicBezTo>
                    <a:pt x="369475" y="25960"/>
                    <a:pt x="377504" y="32352"/>
                    <a:pt x="377504" y="32352"/>
                  </a:cubicBezTo>
                  <a:cubicBezTo>
                    <a:pt x="377504" y="32352"/>
                    <a:pt x="379971" y="34342"/>
                    <a:pt x="379971" y="34342"/>
                  </a:cubicBezTo>
                  <a:cubicBezTo>
                    <a:pt x="379971" y="34342"/>
                    <a:pt x="382295" y="36543"/>
                    <a:pt x="382295" y="36543"/>
                  </a:cubicBezTo>
                  <a:cubicBezTo>
                    <a:pt x="382295" y="36543"/>
                    <a:pt x="384705" y="39010"/>
                    <a:pt x="384705" y="39010"/>
                  </a:cubicBezTo>
                  <a:cubicBezTo>
                    <a:pt x="384705" y="39010"/>
                    <a:pt x="387086" y="41829"/>
                    <a:pt x="387086" y="41829"/>
                  </a:cubicBezTo>
                  <a:cubicBezTo>
                    <a:pt x="387086" y="41829"/>
                    <a:pt x="389620" y="45087"/>
                    <a:pt x="389620" y="45087"/>
                  </a:cubicBezTo>
                  <a:cubicBezTo>
                    <a:pt x="389620" y="45087"/>
                    <a:pt x="392249" y="48630"/>
                    <a:pt x="392249" y="48630"/>
                  </a:cubicBezTo>
                  <a:cubicBezTo>
                    <a:pt x="392249" y="48630"/>
                    <a:pt x="394878" y="52326"/>
                    <a:pt x="394878" y="52326"/>
                  </a:cubicBezTo>
                  <a:cubicBezTo>
                    <a:pt x="394907" y="52364"/>
                    <a:pt x="394935" y="52402"/>
                    <a:pt x="394954" y="52440"/>
                  </a:cubicBezTo>
                  <a:lnTo>
                    <a:pt x="397659" y="56117"/>
                  </a:lnTo>
                  <a:cubicBezTo>
                    <a:pt x="397659" y="56117"/>
                    <a:pt x="402479" y="62879"/>
                    <a:pt x="403003" y="63613"/>
                  </a:cubicBezTo>
                  <a:cubicBezTo>
                    <a:pt x="403003" y="63613"/>
                    <a:pt x="405622" y="67423"/>
                    <a:pt x="405622" y="67423"/>
                  </a:cubicBezTo>
                  <a:cubicBezTo>
                    <a:pt x="405622" y="67423"/>
                    <a:pt x="408251" y="71357"/>
                    <a:pt x="408251" y="71357"/>
                  </a:cubicBezTo>
                  <a:cubicBezTo>
                    <a:pt x="408251" y="71357"/>
                    <a:pt x="410928" y="75443"/>
                    <a:pt x="410928" y="75443"/>
                  </a:cubicBezTo>
                  <a:cubicBezTo>
                    <a:pt x="410928" y="75443"/>
                    <a:pt x="416262" y="83920"/>
                    <a:pt x="416262" y="83920"/>
                  </a:cubicBezTo>
                  <a:cubicBezTo>
                    <a:pt x="416262" y="83920"/>
                    <a:pt x="418871" y="88273"/>
                    <a:pt x="418871" y="88273"/>
                  </a:cubicBezTo>
                  <a:cubicBezTo>
                    <a:pt x="418871" y="88273"/>
                    <a:pt x="421500" y="92778"/>
                    <a:pt x="421500" y="92778"/>
                  </a:cubicBezTo>
                  <a:cubicBezTo>
                    <a:pt x="421500" y="92778"/>
                    <a:pt x="424053" y="97598"/>
                    <a:pt x="424053" y="97598"/>
                  </a:cubicBezTo>
                  <a:cubicBezTo>
                    <a:pt x="424053" y="97598"/>
                    <a:pt x="426682" y="102875"/>
                    <a:pt x="426682" y="102875"/>
                  </a:cubicBezTo>
                  <a:cubicBezTo>
                    <a:pt x="426911" y="103332"/>
                    <a:pt x="432092" y="113867"/>
                    <a:pt x="432092" y="113867"/>
                  </a:cubicBezTo>
                  <a:cubicBezTo>
                    <a:pt x="432130" y="113943"/>
                    <a:pt x="432168" y="114019"/>
                    <a:pt x="432216" y="114095"/>
                  </a:cubicBezTo>
                  <a:lnTo>
                    <a:pt x="434950" y="119248"/>
                  </a:lnTo>
                  <a:cubicBezTo>
                    <a:pt x="434959" y="119267"/>
                    <a:pt x="434969" y="119286"/>
                    <a:pt x="434978" y="119305"/>
                  </a:cubicBezTo>
                  <a:cubicBezTo>
                    <a:pt x="434978" y="119305"/>
                    <a:pt x="439798" y="128221"/>
                    <a:pt x="440350" y="129249"/>
                  </a:cubicBezTo>
                  <a:cubicBezTo>
                    <a:pt x="440350" y="129249"/>
                    <a:pt x="442960" y="134393"/>
                    <a:pt x="442960" y="134393"/>
                  </a:cubicBezTo>
                  <a:cubicBezTo>
                    <a:pt x="442960" y="134393"/>
                    <a:pt x="445608" y="139822"/>
                    <a:pt x="445608" y="139822"/>
                  </a:cubicBezTo>
                  <a:cubicBezTo>
                    <a:pt x="445627" y="139841"/>
                    <a:pt x="445637" y="139870"/>
                    <a:pt x="445646" y="139889"/>
                  </a:cubicBezTo>
                  <a:lnTo>
                    <a:pt x="448380" y="145347"/>
                  </a:lnTo>
                  <a:cubicBezTo>
                    <a:pt x="448599" y="145794"/>
                    <a:pt x="453390" y="155481"/>
                    <a:pt x="453771" y="156243"/>
                  </a:cubicBezTo>
                  <a:cubicBezTo>
                    <a:pt x="453771" y="156243"/>
                    <a:pt x="458753" y="166664"/>
                    <a:pt x="459143" y="167473"/>
                  </a:cubicBezTo>
                  <a:cubicBezTo>
                    <a:pt x="459400" y="168045"/>
                    <a:pt x="461801" y="173226"/>
                    <a:pt x="461801" y="173226"/>
                  </a:cubicBezTo>
                  <a:cubicBezTo>
                    <a:pt x="461820" y="173265"/>
                    <a:pt x="461829" y="173303"/>
                    <a:pt x="461848" y="173341"/>
                  </a:cubicBezTo>
                  <a:lnTo>
                    <a:pt x="464591" y="179046"/>
                  </a:lnTo>
                  <a:cubicBezTo>
                    <a:pt x="464591" y="179056"/>
                    <a:pt x="464601" y="179065"/>
                    <a:pt x="464610" y="179084"/>
                  </a:cubicBezTo>
                  <a:lnTo>
                    <a:pt x="467287" y="184609"/>
                  </a:lnTo>
                  <a:cubicBezTo>
                    <a:pt x="467296" y="184628"/>
                    <a:pt x="467316" y="184656"/>
                    <a:pt x="467325" y="184685"/>
                  </a:cubicBezTo>
                  <a:lnTo>
                    <a:pt x="470011" y="190067"/>
                  </a:lnTo>
                  <a:cubicBezTo>
                    <a:pt x="470021" y="190095"/>
                    <a:pt x="470040" y="190133"/>
                    <a:pt x="470049" y="190162"/>
                  </a:cubicBezTo>
                  <a:cubicBezTo>
                    <a:pt x="470049" y="190162"/>
                    <a:pt x="472440" y="194820"/>
                    <a:pt x="472754" y="195439"/>
                  </a:cubicBezTo>
                  <a:cubicBezTo>
                    <a:pt x="473193" y="196325"/>
                    <a:pt x="477850" y="205811"/>
                    <a:pt x="478136" y="206392"/>
                  </a:cubicBezTo>
                  <a:cubicBezTo>
                    <a:pt x="478136" y="206392"/>
                    <a:pt x="480803" y="211936"/>
                    <a:pt x="480803" y="211936"/>
                  </a:cubicBezTo>
                  <a:cubicBezTo>
                    <a:pt x="480822" y="211974"/>
                    <a:pt x="480841" y="212012"/>
                    <a:pt x="480860" y="212060"/>
                  </a:cubicBezTo>
                  <a:lnTo>
                    <a:pt x="486280" y="222880"/>
                  </a:lnTo>
                  <a:cubicBezTo>
                    <a:pt x="486289" y="222890"/>
                    <a:pt x="486289" y="222899"/>
                    <a:pt x="486299" y="222909"/>
                  </a:cubicBezTo>
                  <a:lnTo>
                    <a:pt x="488975" y="228205"/>
                  </a:lnTo>
                  <a:cubicBezTo>
                    <a:pt x="488994" y="228233"/>
                    <a:pt x="489014" y="228262"/>
                    <a:pt x="489023" y="228300"/>
                  </a:cubicBezTo>
                  <a:lnTo>
                    <a:pt x="491757" y="233529"/>
                  </a:lnTo>
                  <a:cubicBezTo>
                    <a:pt x="491757" y="233529"/>
                    <a:pt x="494433" y="238711"/>
                    <a:pt x="494433" y="238711"/>
                  </a:cubicBezTo>
                  <a:cubicBezTo>
                    <a:pt x="494443" y="238739"/>
                    <a:pt x="494462" y="238777"/>
                    <a:pt x="494481" y="238806"/>
                  </a:cubicBezTo>
                  <a:lnTo>
                    <a:pt x="497205" y="243940"/>
                  </a:lnTo>
                  <a:cubicBezTo>
                    <a:pt x="497205" y="243940"/>
                    <a:pt x="499882" y="249036"/>
                    <a:pt x="499882" y="249036"/>
                  </a:cubicBezTo>
                  <a:cubicBezTo>
                    <a:pt x="499882" y="249045"/>
                    <a:pt x="499891" y="249064"/>
                    <a:pt x="499901" y="249074"/>
                  </a:cubicBezTo>
                  <a:lnTo>
                    <a:pt x="502606" y="254170"/>
                  </a:lnTo>
                  <a:cubicBezTo>
                    <a:pt x="502606" y="254170"/>
                    <a:pt x="505244" y="259323"/>
                    <a:pt x="505244" y="259323"/>
                  </a:cubicBezTo>
                  <a:cubicBezTo>
                    <a:pt x="505244" y="259323"/>
                    <a:pt x="507902" y="264676"/>
                    <a:pt x="507902" y="264676"/>
                  </a:cubicBezTo>
                  <a:cubicBezTo>
                    <a:pt x="507921" y="264714"/>
                    <a:pt x="507940" y="264752"/>
                    <a:pt x="507959" y="264790"/>
                  </a:cubicBezTo>
                  <a:lnTo>
                    <a:pt x="510702" y="270086"/>
                  </a:lnTo>
                  <a:cubicBezTo>
                    <a:pt x="510711" y="270105"/>
                    <a:pt x="510721" y="270134"/>
                    <a:pt x="510740" y="270153"/>
                  </a:cubicBezTo>
                  <a:lnTo>
                    <a:pt x="513417" y="275220"/>
                  </a:lnTo>
                  <a:cubicBezTo>
                    <a:pt x="513464" y="275296"/>
                    <a:pt x="513502" y="275382"/>
                    <a:pt x="513550" y="275458"/>
                  </a:cubicBezTo>
                  <a:lnTo>
                    <a:pt x="516293" y="280249"/>
                  </a:lnTo>
                  <a:cubicBezTo>
                    <a:pt x="516312" y="280287"/>
                    <a:pt x="516331" y="280326"/>
                    <a:pt x="516360" y="280364"/>
                  </a:cubicBezTo>
                  <a:lnTo>
                    <a:pt x="519036" y="284878"/>
                  </a:lnTo>
                  <a:cubicBezTo>
                    <a:pt x="519065" y="284926"/>
                    <a:pt x="519093" y="284964"/>
                    <a:pt x="519122" y="285012"/>
                  </a:cubicBezTo>
                  <a:lnTo>
                    <a:pt x="521837" y="289403"/>
                  </a:lnTo>
                  <a:cubicBezTo>
                    <a:pt x="522199" y="289993"/>
                    <a:pt x="527180" y="298204"/>
                    <a:pt x="527180" y="298204"/>
                  </a:cubicBezTo>
                  <a:cubicBezTo>
                    <a:pt x="527190" y="298213"/>
                    <a:pt x="527190" y="298223"/>
                    <a:pt x="527190" y="298223"/>
                  </a:cubicBezTo>
                  <a:lnTo>
                    <a:pt x="532619" y="307110"/>
                  </a:lnTo>
                  <a:cubicBezTo>
                    <a:pt x="532638" y="307148"/>
                    <a:pt x="532667" y="307186"/>
                    <a:pt x="532686" y="307224"/>
                  </a:cubicBezTo>
                  <a:lnTo>
                    <a:pt x="538105" y="315797"/>
                  </a:lnTo>
                  <a:cubicBezTo>
                    <a:pt x="538143" y="315854"/>
                    <a:pt x="538182" y="315911"/>
                    <a:pt x="538220" y="315968"/>
                  </a:cubicBezTo>
                  <a:lnTo>
                    <a:pt x="540963" y="320064"/>
                  </a:lnTo>
                  <a:cubicBezTo>
                    <a:pt x="540972" y="320083"/>
                    <a:pt x="540982" y="320092"/>
                    <a:pt x="540991" y="320111"/>
                  </a:cubicBezTo>
                  <a:lnTo>
                    <a:pt x="546354" y="328027"/>
                  </a:lnTo>
                  <a:cubicBezTo>
                    <a:pt x="546373" y="328055"/>
                    <a:pt x="546383" y="328074"/>
                    <a:pt x="546402" y="328093"/>
                  </a:cubicBezTo>
                  <a:lnTo>
                    <a:pt x="549116" y="332027"/>
                  </a:lnTo>
                  <a:cubicBezTo>
                    <a:pt x="549116" y="332027"/>
                    <a:pt x="551774" y="335952"/>
                    <a:pt x="551774" y="335952"/>
                  </a:cubicBezTo>
                  <a:cubicBezTo>
                    <a:pt x="551802" y="335980"/>
                    <a:pt x="551821" y="336018"/>
                    <a:pt x="551850" y="336056"/>
                  </a:cubicBezTo>
                  <a:lnTo>
                    <a:pt x="554593" y="339971"/>
                  </a:lnTo>
                  <a:cubicBezTo>
                    <a:pt x="554603" y="339981"/>
                    <a:pt x="554612" y="340000"/>
                    <a:pt x="554622" y="340019"/>
                  </a:cubicBezTo>
                  <a:lnTo>
                    <a:pt x="557308" y="343791"/>
                  </a:lnTo>
                  <a:cubicBezTo>
                    <a:pt x="557346" y="343857"/>
                    <a:pt x="557394" y="343924"/>
                    <a:pt x="557441" y="343981"/>
                  </a:cubicBezTo>
                  <a:lnTo>
                    <a:pt x="562870" y="351172"/>
                  </a:lnTo>
                  <a:cubicBezTo>
                    <a:pt x="562918" y="351239"/>
                    <a:pt x="562975" y="351315"/>
                    <a:pt x="563032" y="351382"/>
                  </a:cubicBezTo>
                  <a:lnTo>
                    <a:pt x="568452" y="358107"/>
                  </a:lnTo>
                  <a:cubicBezTo>
                    <a:pt x="568481" y="358135"/>
                    <a:pt x="568509" y="358173"/>
                    <a:pt x="568538" y="358202"/>
                  </a:cubicBezTo>
                  <a:lnTo>
                    <a:pt x="571214" y="361421"/>
                  </a:lnTo>
                  <a:cubicBezTo>
                    <a:pt x="571243" y="361459"/>
                    <a:pt x="571281" y="361498"/>
                    <a:pt x="571310" y="361536"/>
                  </a:cubicBezTo>
                  <a:lnTo>
                    <a:pt x="574053" y="364717"/>
                  </a:lnTo>
                  <a:cubicBezTo>
                    <a:pt x="574072" y="364736"/>
                    <a:pt x="574091" y="364765"/>
                    <a:pt x="574110" y="364784"/>
                  </a:cubicBezTo>
                  <a:lnTo>
                    <a:pt x="576796" y="367822"/>
                  </a:lnTo>
                  <a:cubicBezTo>
                    <a:pt x="576824" y="367860"/>
                    <a:pt x="576863" y="367898"/>
                    <a:pt x="576891" y="367936"/>
                  </a:cubicBezTo>
                  <a:lnTo>
                    <a:pt x="579634" y="370927"/>
                  </a:lnTo>
                  <a:cubicBezTo>
                    <a:pt x="579663" y="370956"/>
                    <a:pt x="579682" y="370984"/>
                    <a:pt x="579711" y="371013"/>
                  </a:cubicBezTo>
                  <a:lnTo>
                    <a:pt x="582387" y="373861"/>
                  </a:lnTo>
                  <a:cubicBezTo>
                    <a:pt x="582454" y="373937"/>
                    <a:pt x="582520" y="374004"/>
                    <a:pt x="582597" y="374080"/>
                  </a:cubicBezTo>
                  <a:lnTo>
                    <a:pt x="585292" y="376747"/>
                  </a:lnTo>
                  <a:cubicBezTo>
                    <a:pt x="585797" y="377271"/>
                    <a:pt x="590607" y="382186"/>
                    <a:pt x="590607" y="382186"/>
                  </a:cubicBezTo>
                  <a:cubicBezTo>
                    <a:pt x="590674" y="382253"/>
                    <a:pt x="590741" y="382310"/>
                    <a:pt x="590798" y="382376"/>
                  </a:cubicBezTo>
                  <a:lnTo>
                    <a:pt x="593541" y="384996"/>
                  </a:lnTo>
                  <a:cubicBezTo>
                    <a:pt x="593569" y="385024"/>
                    <a:pt x="593608" y="385062"/>
                    <a:pt x="593636" y="385091"/>
                  </a:cubicBezTo>
                  <a:lnTo>
                    <a:pt x="596322" y="387577"/>
                  </a:lnTo>
                  <a:cubicBezTo>
                    <a:pt x="596379" y="387634"/>
                    <a:pt x="596436" y="387682"/>
                    <a:pt x="596503" y="387739"/>
                  </a:cubicBezTo>
                  <a:lnTo>
                    <a:pt x="599246" y="390139"/>
                  </a:lnTo>
                  <a:cubicBezTo>
                    <a:pt x="599284" y="390168"/>
                    <a:pt x="599323" y="390206"/>
                    <a:pt x="599361" y="390235"/>
                  </a:cubicBezTo>
                  <a:lnTo>
                    <a:pt x="602047" y="392492"/>
                  </a:lnTo>
                  <a:cubicBezTo>
                    <a:pt x="602113" y="392549"/>
                    <a:pt x="602190" y="392616"/>
                    <a:pt x="602266" y="392673"/>
                  </a:cubicBezTo>
                  <a:lnTo>
                    <a:pt x="610372" y="399026"/>
                  </a:lnTo>
                  <a:cubicBezTo>
                    <a:pt x="610381" y="399036"/>
                    <a:pt x="610400" y="399055"/>
                    <a:pt x="610410" y="399064"/>
                  </a:cubicBezTo>
                  <a:lnTo>
                    <a:pt x="615839" y="403255"/>
                  </a:lnTo>
                  <a:cubicBezTo>
                    <a:pt x="615906" y="403312"/>
                    <a:pt x="615982" y="403360"/>
                    <a:pt x="616048" y="403417"/>
                  </a:cubicBezTo>
                  <a:lnTo>
                    <a:pt x="618792" y="405398"/>
                  </a:lnTo>
                  <a:cubicBezTo>
                    <a:pt x="618868" y="405455"/>
                    <a:pt x="618954" y="405513"/>
                    <a:pt x="619030" y="405560"/>
                  </a:cubicBezTo>
                  <a:lnTo>
                    <a:pt x="621716" y="407360"/>
                  </a:lnTo>
                  <a:cubicBezTo>
                    <a:pt x="621849" y="407456"/>
                    <a:pt x="621992" y="407541"/>
                    <a:pt x="622135" y="407627"/>
                  </a:cubicBezTo>
                  <a:cubicBezTo>
                    <a:pt x="622135" y="407627"/>
                    <a:pt x="627031" y="410494"/>
                    <a:pt x="627517" y="410780"/>
                  </a:cubicBezTo>
                  <a:cubicBezTo>
                    <a:pt x="627517" y="410780"/>
                    <a:pt x="630164" y="412371"/>
                    <a:pt x="630164" y="412371"/>
                  </a:cubicBezTo>
                  <a:cubicBezTo>
                    <a:pt x="630212" y="412399"/>
                    <a:pt x="630269" y="412428"/>
                    <a:pt x="630317" y="412456"/>
                  </a:cubicBezTo>
                  <a:lnTo>
                    <a:pt x="632974" y="413980"/>
                  </a:lnTo>
                  <a:cubicBezTo>
                    <a:pt x="632974" y="413980"/>
                    <a:pt x="635584" y="415542"/>
                    <a:pt x="635584" y="415542"/>
                  </a:cubicBezTo>
                  <a:cubicBezTo>
                    <a:pt x="635699" y="415609"/>
                    <a:pt x="635813" y="415676"/>
                    <a:pt x="635927" y="415742"/>
                  </a:cubicBezTo>
                  <a:lnTo>
                    <a:pt x="638670" y="417209"/>
                  </a:lnTo>
                  <a:cubicBezTo>
                    <a:pt x="638708" y="417238"/>
                    <a:pt x="638756" y="417257"/>
                    <a:pt x="638794" y="417286"/>
                  </a:cubicBezTo>
                  <a:lnTo>
                    <a:pt x="641480" y="418667"/>
                  </a:lnTo>
                  <a:cubicBezTo>
                    <a:pt x="641595" y="418724"/>
                    <a:pt x="641699" y="418771"/>
                    <a:pt x="641814" y="418829"/>
                  </a:cubicBezTo>
                  <a:lnTo>
                    <a:pt x="647243" y="421315"/>
                  </a:lnTo>
                  <a:cubicBezTo>
                    <a:pt x="647319" y="421353"/>
                    <a:pt x="647405" y="421391"/>
                    <a:pt x="647481" y="421419"/>
                  </a:cubicBezTo>
                  <a:lnTo>
                    <a:pt x="650138" y="422543"/>
                  </a:lnTo>
                  <a:cubicBezTo>
                    <a:pt x="650138" y="422543"/>
                    <a:pt x="652739" y="423696"/>
                    <a:pt x="652739" y="423696"/>
                  </a:cubicBezTo>
                  <a:cubicBezTo>
                    <a:pt x="652825" y="423734"/>
                    <a:pt x="652901" y="423772"/>
                    <a:pt x="652986" y="423801"/>
                  </a:cubicBezTo>
                  <a:lnTo>
                    <a:pt x="658406" y="426020"/>
                  </a:lnTo>
                  <a:cubicBezTo>
                    <a:pt x="658482" y="426048"/>
                    <a:pt x="658559" y="426077"/>
                    <a:pt x="658635" y="426106"/>
                  </a:cubicBezTo>
                  <a:lnTo>
                    <a:pt x="664064" y="428134"/>
                  </a:lnTo>
                  <a:cubicBezTo>
                    <a:pt x="664093" y="428144"/>
                    <a:pt x="664121" y="428154"/>
                    <a:pt x="664150" y="428163"/>
                  </a:cubicBezTo>
                  <a:lnTo>
                    <a:pt x="666836" y="429135"/>
                  </a:lnTo>
                  <a:cubicBezTo>
                    <a:pt x="666883" y="429144"/>
                    <a:pt x="666931" y="429163"/>
                    <a:pt x="666979" y="429182"/>
                  </a:cubicBezTo>
                  <a:lnTo>
                    <a:pt x="672398" y="431021"/>
                  </a:lnTo>
                  <a:cubicBezTo>
                    <a:pt x="672484" y="431049"/>
                    <a:pt x="672560" y="431078"/>
                    <a:pt x="672646" y="431106"/>
                  </a:cubicBezTo>
                  <a:lnTo>
                    <a:pt x="678066" y="432764"/>
                  </a:lnTo>
                  <a:cubicBezTo>
                    <a:pt x="678142" y="432783"/>
                    <a:pt x="678218" y="432802"/>
                    <a:pt x="678294" y="432830"/>
                  </a:cubicBezTo>
                  <a:lnTo>
                    <a:pt x="680971" y="433564"/>
                  </a:lnTo>
                  <a:cubicBezTo>
                    <a:pt x="681028" y="433573"/>
                    <a:pt x="681076" y="433592"/>
                    <a:pt x="681133" y="433602"/>
                  </a:cubicBezTo>
                  <a:lnTo>
                    <a:pt x="689296" y="435678"/>
                  </a:lnTo>
                  <a:cubicBezTo>
                    <a:pt x="689343" y="435688"/>
                    <a:pt x="689400" y="435707"/>
                    <a:pt x="689458" y="435716"/>
                  </a:cubicBezTo>
                  <a:lnTo>
                    <a:pt x="695344" y="436917"/>
                  </a:lnTo>
                  <a:lnTo>
                    <a:pt x="695344" y="420314"/>
                  </a:lnTo>
                  <a:lnTo>
                    <a:pt x="685286" y="417552"/>
                  </a:lnTo>
                  <a:cubicBezTo>
                    <a:pt x="685286" y="417552"/>
                    <a:pt x="682800" y="416866"/>
                    <a:pt x="682800" y="416866"/>
                  </a:cubicBezTo>
                  <a:cubicBezTo>
                    <a:pt x="682800" y="416866"/>
                    <a:pt x="677609" y="415285"/>
                    <a:pt x="677609" y="415285"/>
                  </a:cubicBezTo>
                  <a:cubicBezTo>
                    <a:pt x="677609" y="415285"/>
                    <a:pt x="673017" y="413723"/>
                    <a:pt x="672379" y="413504"/>
                  </a:cubicBezTo>
                  <a:cubicBezTo>
                    <a:pt x="672379" y="413504"/>
                    <a:pt x="669817" y="412580"/>
                    <a:pt x="669817" y="412580"/>
                  </a:cubicBezTo>
                  <a:cubicBezTo>
                    <a:pt x="669817" y="412580"/>
                    <a:pt x="664559" y="410618"/>
                    <a:pt x="664559" y="410618"/>
                  </a:cubicBezTo>
                  <a:cubicBezTo>
                    <a:pt x="664559" y="410618"/>
                    <a:pt x="659378" y="408503"/>
                    <a:pt x="659378" y="408503"/>
                  </a:cubicBezTo>
                  <a:cubicBezTo>
                    <a:pt x="659378" y="408503"/>
                    <a:pt x="656815" y="407360"/>
                    <a:pt x="656815" y="407360"/>
                  </a:cubicBezTo>
                  <a:cubicBezTo>
                    <a:pt x="656758" y="407341"/>
                    <a:pt x="656701" y="407313"/>
                    <a:pt x="656644" y="407284"/>
                  </a:cubicBezTo>
                  <a:lnTo>
                    <a:pt x="654034" y="406189"/>
                  </a:lnTo>
                  <a:cubicBezTo>
                    <a:pt x="654034" y="406189"/>
                    <a:pt x="648900" y="403836"/>
                    <a:pt x="648900" y="403836"/>
                  </a:cubicBezTo>
                  <a:cubicBezTo>
                    <a:pt x="648900" y="403836"/>
                    <a:pt x="646452" y="402579"/>
                    <a:pt x="646452" y="402579"/>
                  </a:cubicBezTo>
                  <a:cubicBezTo>
                    <a:pt x="646452" y="402579"/>
                    <a:pt x="643957" y="401226"/>
                    <a:pt x="643957" y="401226"/>
                  </a:cubicBezTo>
                  <a:cubicBezTo>
                    <a:pt x="643957" y="401226"/>
                    <a:pt x="641442" y="399721"/>
                    <a:pt x="641442" y="399721"/>
                  </a:cubicBezTo>
                  <a:cubicBezTo>
                    <a:pt x="641385" y="399693"/>
                    <a:pt x="641337" y="399655"/>
                    <a:pt x="641280" y="399626"/>
                  </a:cubicBezTo>
                  <a:lnTo>
                    <a:pt x="638623" y="398112"/>
                  </a:lnTo>
                  <a:cubicBezTo>
                    <a:pt x="638623" y="398112"/>
                    <a:pt x="636022" y="396540"/>
                    <a:pt x="636022" y="396540"/>
                  </a:cubicBezTo>
                  <a:cubicBezTo>
                    <a:pt x="635994" y="396531"/>
                    <a:pt x="635965" y="396511"/>
                    <a:pt x="635937" y="396492"/>
                  </a:cubicBezTo>
                  <a:cubicBezTo>
                    <a:pt x="635937" y="396492"/>
                    <a:pt x="631736" y="394035"/>
                    <a:pt x="630736" y="393444"/>
                  </a:cubicBezTo>
                  <a:cubicBezTo>
                    <a:pt x="630736" y="393444"/>
                    <a:pt x="628383" y="391873"/>
                    <a:pt x="628383" y="391873"/>
                  </a:cubicBezTo>
                  <a:cubicBezTo>
                    <a:pt x="628383" y="391873"/>
                    <a:pt x="625869" y="390054"/>
                    <a:pt x="625869" y="390054"/>
                  </a:cubicBezTo>
                  <a:cubicBezTo>
                    <a:pt x="625869" y="390054"/>
                    <a:pt x="620954" y="386253"/>
                    <a:pt x="620573" y="385967"/>
                  </a:cubicBezTo>
                  <a:cubicBezTo>
                    <a:pt x="620573" y="385967"/>
                    <a:pt x="612610" y="379709"/>
                    <a:pt x="612610" y="379709"/>
                  </a:cubicBezTo>
                  <a:cubicBezTo>
                    <a:pt x="612610" y="379709"/>
                    <a:pt x="610095" y="377595"/>
                    <a:pt x="610095" y="377595"/>
                  </a:cubicBezTo>
                  <a:cubicBezTo>
                    <a:pt x="610095" y="377595"/>
                    <a:pt x="607505" y="375337"/>
                    <a:pt x="607505" y="375337"/>
                  </a:cubicBezTo>
                  <a:cubicBezTo>
                    <a:pt x="607505" y="375337"/>
                    <a:pt x="604961" y="372975"/>
                    <a:pt x="604961" y="372975"/>
                  </a:cubicBezTo>
                  <a:cubicBezTo>
                    <a:pt x="604961" y="372975"/>
                    <a:pt x="602371" y="370489"/>
                    <a:pt x="602371" y="370489"/>
                  </a:cubicBezTo>
                  <a:cubicBezTo>
                    <a:pt x="602371" y="370489"/>
                    <a:pt x="597094" y="365108"/>
                    <a:pt x="597094" y="365108"/>
                  </a:cubicBezTo>
                  <a:cubicBezTo>
                    <a:pt x="597065" y="365079"/>
                    <a:pt x="597037" y="365050"/>
                    <a:pt x="597008" y="365022"/>
                  </a:cubicBezTo>
                  <a:lnTo>
                    <a:pt x="594370" y="362402"/>
                  </a:lnTo>
                  <a:cubicBezTo>
                    <a:pt x="594370" y="362402"/>
                    <a:pt x="591826" y="359697"/>
                    <a:pt x="591826" y="359697"/>
                  </a:cubicBezTo>
                  <a:cubicBezTo>
                    <a:pt x="591826" y="359697"/>
                    <a:pt x="589178" y="356802"/>
                    <a:pt x="589178" y="356802"/>
                  </a:cubicBezTo>
                  <a:cubicBezTo>
                    <a:pt x="589178" y="356802"/>
                    <a:pt x="586578" y="353849"/>
                    <a:pt x="586578" y="353849"/>
                  </a:cubicBezTo>
                  <a:cubicBezTo>
                    <a:pt x="586578" y="353849"/>
                    <a:pt x="583911" y="350763"/>
                    <a:pt x="583911" y="350763"/>
                  </a:cubicBezTo>
                  <a:cubicBezTo>
                    <a:pt x="583911" y="350763"/>
                    <a:pt x="581320" y="347648"/>
                    <a:pt x="581320" y="347648"/>
                  </a:cubicBezTo>
                  <a:cubicBezTo>
                    <a:pt x="580863" y="347086"/>
                    <a:pt x="576672" y="341876"/>
                    <a:pt x="576024" y="341076"/>
                  </a:cubicBezTo>
                  <a:cubicBezTo>
                    <a:pt x="576024" y="341076"/>
                    <a:pt x="570748" y="334094"/>
                    <a:pt x="570748" y="334094"/>
                  </a:cubicBezTo>
                  <a:cubicBezTo>
                    <a:pt x="570748" y="334094"/>
                    <a:pt x="568157" y="330437"/>
                    <a:pt x="568157" y="330437"/>
                  </a:cubicBezTo>
                  <a:cubicBezTo>
                    <a:pt x="568157" y="330437"/>
                    <a:pt x="565471" y="326598"/>
                    <a:pt x="565471" y="326598"/>
                  </a:cubicBezTo>
                  <a:cubicBezTo>
                    <a:pt x="565471" y="326598"/>
                    <a:pt x="562823" y="322693"/>
                    <a:pt x="562823" y="322693"/>
                  </a:cubicBezTo>
                  <a:cubicBezTo>
                    <a:pt x="562804" y="322674"/>
                    <a:pt x="562794" y="322645"/>
                    <a:pt x="562775" y="322626"/>
                  </a:cubicBezTo>
                  <a:lnTo>
                    <a:pt x="560061" y="318702"/>
                  </a:lnTo>
                  <a:cubicBezTo>
                    <a:pt x="560061" y="318702"/>
                    <a:pt x="554736" y="310834"/>
                    <a:pt x="554736" y="310834"/>
                  </a:cubicBezTo>
                  <a:cubicBezTo>
                    <a:pt x="554736" y="310834"/>
                    <a:pt x="552060" y="306843"/>
                    <a:pt x="552060" y="306843"/>
                  </a:cubicBezTo>
                  <a:cubicBezTo>
                    <a:pt x="552060" y="306843"/>
                    <a:pt x="546735" y="298423"/>
                    <a:pt x="546735" y="298423"/>
                  </a:cubicBezTo>
                  <a:cubicBezTo>
                    <a:pt x="546735" y="298423"/>
                    <a:pt x="541544" y="289908"/>
                    <a:pt x="541353" y="289603"/>
                  </a:cubicBezTo>
                  <a:cubicBezTo>
                    <a:pt x="541353" y="289603"/>
                    <a:pt x="535991" y="280764"/>
                    <a:pt x="535991" y="280764"/>
                  </a:cubicBezTo>
                  <a:cubicBezTo>
                    <a:pt x="535981" y="280745"/>
                    <a:pt x="535972" y="280716"/>
                    <a:pt x="535953" y="280697"/>
                  </a:cubicBezTo>
                  <a:lnTo>
                    <a:pt x="533257" y="276344"/>
                  </a:lnTo>
                  <a:cubicBezTo>
                    <a:pt x="533257" y="276344"/>
                    <a:pt x="530647" y="271953"/>
                    <a:pt x="530647" y="271953"/>
                  </a:cubicBezTo>
                  <a:cubicBezTo>
                    <a:pt x="530647" y="271953"/>
                    <a:pt x="528009" y="267343"/>
                    <a:pt x="528009" y="267343"/>
                  </a:cubicBezTo>
                  <a:cubicBezTo>
                    <a:pt x="528009" y="267343"/>
                    <a:pt x="525409" y="262428"/>
                    <a:pt x="525409" y="262428"/>
                  </a:cubicBezTo>
                  <a:cubicBezTo>
                    <a:pt x="525409" y="262428"/>
                    <a:pt x="522713" y="257227"/>
                    <a:pt x="522713" y="257227"/>
                  </a:cubicBezTo>
                  <a:cubicBezTo>
                    <a:pt x="522713" y="257227"/>
                    <a:pt x="520065" y="251893"/>
                    <a:pt x="520065" y="251893"/>
                  </a:cubicBezTo>
                  <a:cubicBezTo>
                    <a:pt x="520046" y="251874"/>
                    <a:pt x="520036" y="251846"/>
                    <a:pt x="520027" y="251817"/>
                  </a:cubicBezTo>
                  <a:lnTo>
                    <a:pt x="517341" y="246569"/>
                  </a:lnTo>
                  <a:cubicBezTo>
                    <a:pt x="517322" y="246531"/>
                    <a:pt x="517303" y="246493"/>
                    <a:pt x="517284" y="246455"/>
                  </a:cubicBezTo>
                  <a:lnTo>
                    <a:pt x="514550" y="241311"/>
                  </a:lnTo>
                  <a:cubicBezTo>
                    <a:pt x="514369" y="240978"/>
                    <a:pt x="511883" y="236225"/>
                    <a:pt x="511883" y="236225"/>
                  </a:cubicBezTo>
                  <a:cubicBezTo>
                    <a:pt x="511874" y="236206"/>
                    <a:pt x="511864" y="236196"/>
                    <a:pt x="511854" y="236187"/>
                  </a:cubicBezTo>
                  <a:lnTo>
                    <a:pt x="509140" y="231072"/>
                  </a:lnTo>
                  <a:cubicBezTo>
                    <a:pt x="509140" y="231072"/>
                    <a:pt x="506482" y="225909"/>
                    <a:pt x="506482" y="225909"/>
                  </a:cubicBezTo>
                  <a:cubicBezTo>
                    <a:pt x="506482" y="225900"/>
                    <a:pt x="506473" y="225890"/>
                    <a:pt x="506463" y="225871"/>
                  </a:cubicBezTo>
                  <a:lnTo>
                    <a:pt x="503749" y="220670"/>
                  </a:lnTo>
                  <a:cubicBezTo>
                    <a:pt x="503749" y="220670"/>
                    <a:pt x="501101" y="215432"/>
                    <a:pt x="501101" y="215432"/>
                  </a:cubicBezTo>
                  <a:cubicBezTo>
                    <a:pt x="501101" y="215432"/>
                    <a:pt x="495710" y="204688"/>
                    <a:pt x="495710" y="204688"/>
                  </a:cubicBezTo>
                  <a:cubicBezTo>
                    <a:pt x="495710" y="204688"/>
                    <a:pt x="493062" y="199173"/>
                    <a:pt x="493062" y="199173"/>
                  </a:cubicBezTo>
                  <a:cubicBezTo>
                    <a:pt x="493052" y="199153"/>
                    <a:pt x="493043" y="199134"/>
                    <a:pt x="493033" y="199115"/>
                  </a:cubicBezTo>
                  <a:lnTo>
                    <a:pt x="487613" y="188066"/>
                  </a:lnTo>
                  <a:cubicBezTo>
                    <a:pt x="487585" y="188019"/>
                    <a:pt x="487566" y="187981"/>
                    <a:pt x="487547" y="187933"/>
                  </a:cubicBezTo>
                  <a:cubicBezTo>
                    <a:pt x="487547" y="187933"/>
                    <a:pt x="485089" y="183151"/>
                    <a:pt x="484822" y="182637"/>
                  </a:cubicBezTo>
                  <a:cubicBezTo>
                    <a:pt x="484822" y="182637"/>
                    <a:pt x="482184" y="177332"/>
                    <a:pt x="482184" y="177332"/>
                  </a:cubicBezTo>
                  <a:cubicBezTo>
                    <a:pt x="481955" y="176865"/>
                    <a:pt x="479679" y="172169"/>
                    <a:pt x="479527" y="171855"/>
                  </a:cubicBezTo>
                  <a:cubicBezTo>
                    <a:pt x="479527" y="171855"/>
                    <a:pt x="476821" y="166216"/>
                    <a:pt x="476821" y="166216"/>
                  </a:cubicBezTo>
                  <a:cubicBezTo>
                    <a:pt x="476821" y="166216"/>
                    <a:pt x="474164" y="160472"/>
                    <a:pt x="474164" y="160472"/>
                  </a:cubicBezTo>
                  <a:cubicBezTo>
                    <a:pt x="474155" y="160434"/>
                    <a:pt x="474135" y="160406"/>
                    <a:pt x="474116" y="160368"/>
                  </a:cubicBezTo>
                  <a:lnTo>
                    <a:pt x="468697" y="149042"/>
                  </a:lnTo>
                  <a:cubicBezTo>
                    <a:pt x="468687" y="149004"/>
                    <a:pt x="468668" y="148976"/>
                    <a:pt x="468649" y="148947"/>
                  </a:cubicBezTo>
                  <a:lnTo>
                    <a:pt x="463229" y="137984"/>
                  </a:lnTo>
                  <a:cubicBezTo>
                    <a:pt x="463220" y="137974"/>
                    <a:pt x="463220" y="137965"/>
                    <a:pt x="463210" y="137955"/>
                  </a:cubicBezTo>
                  <a:lnTo>
                    <a:pt x="460486" y="132507"/>
                  </a:lnTo>
                  <a:cubicBezTo>
                    <a:pt x="460486" y="132507"/>
                    <a:pt x="457819" y="127059"/>
                    <a:pt x="457819" y="127059"/>
                  </a:cubicBezTo>
                  <a:cubicBezTo>
                    <a:pt x="457810" y="127021"/>
                    <a:pt x="457791" y="126992"/>
                    <a:pt x="457771" y="126954"/>
                  </a:cubicBezTo>
                  <a:lnTo>
                    <a:pt x="455095" y="121658"/>
                  </a:lnTo>
                  <a:cubicBezTo>
                    <a:pt x="455057" y="121591"/>
                    <a:pt x="455028" y="121525"/>
                    <a:pt x="454990" y="121468"/>
                  </a:cubicBezTo>
                  <a:lnTo>
                    <a:pt x="449580" y="111447"/>
                  </a:lnTo>
                  <a:cubicBezTo>
                    <a:pt x="449580" y="111447"/>
                    <a:pt x="446913" y="106428"/>
                    <a:pt x="446913" y="106428"/>
                  </a:cubicBezTo>
                  <a:cubicBezTo>
                    <a:pt x="446913" y="106428"/>
                    <a:pt x="441550" y="95541"/>
                    <a:pt x="441550" y="95541"/>
                  </a:cubicBezTo>
                  <a:cubicBezTo>
                    <a:pt x="441541" y="95521"/>
                    <a:pt x="441541" y="95512"/>
                    <a:pt x="441531" y="95502"/>
                  </a:cubicBezTo>
                  <a:lnTo>
                    <a:pt x="438855" y="90121"/>
                  </a:lnTo>
                  <a:cubicBezTo>
                    <a:pt x="438817" y="90054"/>
                    <a:pt x="438788" y="89997"/>
                    <a:pt x="438760" y="89930"/>
                  </a:cubicBezTo>
                  <a:lnTo>
                    <a:pt x="436074" y="84863"/>
                  </a:lnTo>
                  <a:cubicBezTo>
                    <a:pt x="436016" y="84768"/>
                    <a:pt x="435969" y="84663"/>
                    <a:pt x="435912" y="84568"/>
                  </a:cubicBezTo>
                  <a:lnTo>
                    <a:pt x="433168" y="79872"/>
                  </a:lnTo>
                  <a:cubicBezTo>
                    <a:pt x="433149" y="79843"/>
                    <a:pt x="433130" y="79815"/>
                    <a:pt x="433111" y="79777"/>
                  </a:cubicBezTo>
                  <a:lnTo>
                    <a:pt x="430435" y="75319"/>
                  </a:lnTo>
                  <a:cubicBezTo>
                    <a:pt x="430406" y="75262"/>
                    <a:pt x="430368" y="75214"/>
                    <a:pt x="430340" y="75167"/>
                  </a:cubicBezTo>
                  <a:lnTo>
                    <a:pt x="424920" y="66556"/>
                  </a:lnTo>
                  <a:cubicBezTo>
                    <a:pt x="424891" y="66508"/>
                    <a:pt x="424872" y="66470"/>
                    <a:pt x="424844" y="66432"/>
                  </a:cubicBezTo>
                  <a:lnTo>
                    <a:pt x="422100" y="62241"/>
                  </a:lnTo>
                  <a:cubicBezTo>
                    <a:pt x="422081" y="62213"/>
                    <a:pt x="422072" y="62193"/>
                    <a:pt x="422053" y="62165"/>
                  </a:cubicBezTo>
                  <a:lnTo>
                    <a:pt x="419367" y="58164"/>
                  </a:lnTo>
                  <a:cubicBezTo>
                    <a:pt x="419357" y="58136"/>
                    <a:pt x="419338" y="58107"/>
                    <a:pt x="419319" y="58088"/>
                  </a:cubicBezTo>
                  <a:lnTo>
                    <a:pt x="416643" y="54173"/>
                  </a:lnTo>
                  <a:cubicBezTo>
                    <a:pt x="416604" y="54126"/>
                    <a:pt x="416576" y="54088"/>
                    <a:pt x="416547" y="54040"/>
                  </a:cubicBezTo>
                  <a:lnTo>
                    <a:pt x="411128" y="46449"/>
                  </a:lnTo>
                  <a:cubicBezTo>
                    <a:pt x="411109" y="46411"/>
                    <a:pt x="411080" y="46382"/>
                    <a:pt x="411061" y="46353"/>
                  </a:cubicBezTo>
                  <a:lnTo>
                    <a:pt x="408356" y="42677"/>
                  </a:lnTo>
                  <a:cubicBezTo>
                    <a:pt x="408032" y="42210"/>
                    <a:pt x="405717" y="38952"/>
                    <a:pt x="405717" y="38952"/>
                  </a:cubicBezTo>
                  <a:cubicBezTo>
                    <a:pt x="405679" y="38905"/>
                    <a:pt x="405641" y="38857"/>
                    <a:pt x="405613" y="38810"/>
                  </a:cubicBezTo>
                  <a:lnTo>
                    <a:pt x="402869" y="35123"/>
                  </a:lnTo>
                  <a:cubicBezTo>
                    <a:pt x="402831" y="35076"/>
                    <a:pt x="402803" y="35028"/>
                    <a:pt x="402765" y="34981"/>
                  </a:cubicBezTo>
                  <a:lnTo>
                    <a:pt x="400079" y="31533"/>
                  </a:lnTo>
                  <a:cubicBezTo>
                    <a:pt x="400012" y="31437"/>
                    <a:pt x="399945" y="31352"/>
                    <a:pt x="399869" y="31266"/>
                  </a:cubicBezTo>
                  <a:lnTo>
                    <a:pt x="397183" y="28094"/>
                  </a:lnTo>
                  <a:cubicBezTo>
                    <a:pt x="397059" y="27942"/>
                    <a:pt x="396926" y="27789"/>
                    <a:pt x="396783" y="27646"/>
                  </a:cubicBezTo>
                  <a:lnTo>
                    <a:pt x="394049" y="24836"/>
                  </a:lnTo>
                  <a:cubicBezTo>
                    <a:pt x="393964" y="24760"/>
                    <a:pt x="393887" y="24675"/>
                    <a:pt x="393802" y="24598"/>
                  </a:cubicBezTo>
                  <a:lnTo>
                    <a:pt x="391125" y="22065"/>
                  </a:lnTo>
                  <a:cubicBezTo>
                    <a:pt x="390963" y="21922"/>
                    <a:pt x="390801" y="21779"/>
                    <a:pt x="390639" y="21646"/>
                  </a:cubicBezTo>
                  <a:lnTo>
                    <a:pt x="387896" y="19436"/>
                  </a:lnTo>
                  <a:cubicBezTo>
                    <a:pt x="387877" y="19417"/>
                    <a:pt x="387868" y="19407"/>
                    <a:pt x="387848" y="19398"/>
                  </a:cubicBezTo>
                  <a:lnTo>
                    <a:pt x="379752" y="12949"/>
                  </a:lnTo>
                  <a:cubicBezTo>
                    <a:pt x="379714" y="12930"/>
                    <a:pt x="379686" y="12902"/>
                    <a:pt x="379657" y="12883"/>
                  </a:cubicBezTo>
                  <a:lnTo>
                    <a:pt x="376914" y="10758"/>
                  </a:lnTo>
                  <a:cubicBezTo>
                    <a:pt x="376819" y="10682"/>
                    <a:pt x="376723" y="10616"/>
                    <a:pt x="376619" y="10539"/>
                  </a:cubicBezTo>
                  <a:lnTo>
                    <a:pt x="373932" y="8653"/>
                  </a:lnTo>
                  <a:cubicBezTo>
                    <a:pt x="373742" y="8520"/>
                    <a:pt x="373551" y="8387"/>
                    <a:pt x="373342" y="8272"/>
                  </a:cubicBezTo>
                  <a:lnTo>
                    <a:pt x="370665" y="6710"/>
                  </a:lnTo>
                  <a:cubicBezTo>
                    <a:pt x="370456" y="6587"/>
                    <a:pt x="370237" y="6472"/>
                    <a:pt x="370008" y="6367"/>
                  </a:cubicBezTo>
                  <a:lnTo>
                    <a:pt x="367274" y="5072"/>
                  </a:lnTo>
                  <a:cubicBezTo>
                    <a:pt x="367246" y="5063"/>
                    <a:pt x="367227" y="5053"/>
                    <a:pt x="367198" y="5043"/>
                  </a:cubicBezTo>
                  <a:lnTo>
                    <a:pt x="361779" y="2557"/>
                  </a:lnTo>
                  <a:cubicBezTo>
                    <a:pt x="361645" y="2491"/>
                    <a:pt x="361502" y="2434"/>
                    <a:pt x="361369" y="2376"/>
                  </a:cubicBezTo>
                  <a:lnTo>
                    <a:pt x="358683" y="1319"/>
                  </a:lnTo>
                  <a:cubicBezTo>
                    <a:pt x="358273" y="1157"/>
                    <a:pt x="357845" y="1024"/>
                    <a:pt x="357407" y="929"/>
                  </a:cubicBezTo>
                  <a:lnTo>
                    <a:pt x="354673" y="329"/>
                  </a:lnTo>
                  <a:cubicBezTo>
                    <a:pt x="354225" y="233"/>
                    <a:pt x="353778" y="176"/>
                    <a:pt x="353330" y="148"/>
                  </a:cubicBezTo>
                  <a:lnTo>
                    <a:pt x="350644" y="14"/>
                  </a:lnTo>
                  <a:cubicBezTo>
                    <a:pt x="350358" y="-5"/>
                    <a:pt x="350072" y="-5"/>
                    <a:pt x="349787" y="14"/>
                  </a:cubicBezTo>
                  <a:lnTo>
                    <a:pt x="347110" y="148"/>
                  </a:lnTo>
                  <a:cubicBezTo>
                    <a:pt x="347015" y="157"/>
                    <a:pt x="346929" y="167"/>
                    <a:pt x="346843" y="167"/>
                  </a:cubicBezTo>
                  <a:lnTo>
                    <a:pt x="344100" y="405"/>
                  </a:lnTo>
                  <a:cubicBezTo>
                    <a:pt x="343957" y="414"/>
                    <a:pt x="343814" y="433"/>
                    <a:pt x="343672" y="452"/>
                  </a:cubicBezTo>
                  <a:lnTo>
                    <a:pt x="340985" y="814"/>
                  </a:lnTo>
                  <a:cubicBezTo>
                    <a:pt x="340862" y="833"/>
                    <a:pt x="340728" y="852"/>
                    <a:pt x="340604" y="881"/>
                  </a:cubicBezTo>
                  <a:lnTo>
                    <a:pt x="337871" y="1386"/>
                  </a:lnTo>
                  <a:cubicBezTo>
                    <a:pt x="337814" y="1395"/>
                    <a:pt x="337757" y="1405"/>
                    <a:pt x="337699" y="1414"/>
                  </a:cubicBezTo>
                  <a:lnTo>
                    <a:pt x="335023" y="1967"/>
                  </a:lnTo>
                  <a:cubicBezTo>
                    <a:pt x="334899" y="1995"/>
                    <a:pt x="334785" y="2024"/>
                    <a:pt x="334661" y="2053"/>
                  </a:cubicBezTo>
                  <a:lnTo>
                    <a:pt x="331927" y="2738"/>
                  </a:lnTo>
                  <a:cubicBezTo>
                    <a:pt x="331661" y="2805"/>
                    <a:pt x="331394" y="2891"/>
                    <a:pt x="331137" y="2986"/>
                  </a:cubicBezTo>
                  <a:lnTo>
                    <a:pt x="328460" y="3948"/>
                  </a:lnTo>
                  <a:cubicBezTo>
                    <a:pt x="328155" y="4053"/>
                    <a:pt x="327860" y="4186"/>
                    <a:pt x="327574" y="4329"/>
                  </a:cubicBezTo>
                  <a:lnTo>
                    <a:pt x="324888" y="5663"/>
                  </a:lnTo>
                  <a:cubicBezTo>
                    <a:pt x="324717" y="5748"/>
                    <a:pt x="324555" y="5844"/>
                    <a:pt x="324383" y="5939"/>
                  </a:cubicBezTo>
                  <a:lnTo>
                    <a:pt x="321640" y="7549"/>
                  </a:lnTo>
                  <a:cubicBezTo>
                    <a:pt x="321478" y="7644"/>
                    <a:pt x="321316" y="7749"/>
                    <a:pt x="321154" y="7863"/>
                  </a:cubicBezTo>
                  <a:lnTo>
                    <a:pt x="318468" y="9701"/>
                  </a:lnTo>
                  <a:cubicBezTo>
                    <a:pt x="318440" y="9720"/>
                    <a:pt x="318411" y="9739"/>
                    <a:pt x="318383" y="9768"/>
                  </a:cubicBezTo>
                  <a:lnTo>
                    <a:pt x="315649" y="11701"/>
                  </a:lnTo>
                  <a:cubicBezTo>
                    <a:pt x="315525" y="11787"/>
                    <a:pt x="315401" y="11873"/>
                    <a:pt x="315287" y="11968"/>
                  </a:cubicBezTo>
                  <a:lnTo>
                    <a:pt x="312677" y="14026"/>
                  </a:lnTo>
                  <a:cubicBezTo>
                    <a:pt x="312677" y="14026"/>
                    <a:pt x="310001" y="16045"/>
                    <a:pt x="310001" y="16045"/>
                  </a:cubicBezTo>
                  <a:cubicBezTo>
                    <a:pt x="309944" y="16092"/>
                    <a:pt x="309886" y="16140"/>
                    <a:pt x="309829" y="16188"/>
                  </a:cubicBezTo>
                  <a:lnTo>
                    <a:pt x="304467" y="20464"/>
                  </a:lnTo>
                  <a:cubicBezTo>
                    <a:pt x="304390" y="20522"/>
                    <a:pt x="304314" y="20588"/>
                    <a:pt x="304248" y="20645"/>
                  </a:cubicBezTo>
                  <a:lnTo>
                    <a:pt x="301504" y="22998"/>
                  </a:lnTo>
                  <a:cubicBezTo>
                    <a:pt x="301371" y="23122"/>
                    <a:pt x="301228" y="23236"/>
                    <a:pt x="301104" y="23370"/>
                  </a:cubicBezTo>
                  <a:lnTo>
                    <a:pt x="298418" y="25989"/>
                  </a:lnTo>
                  <a:cubicBezTo>
                    <a:pt x="298294" y="26113"/>
                    <a:pt x="298180" y="26237"/>
                    <a:pt x="298066" y="26370"/>
                  </a:cubicBezTo>
                  <a:lnTo>
                    <a:pt x="295323" y="29408"/>
                  </a:lnTo>
                  <a:cubicBezTo>
                    <a:pt x="295180" y="29561"/>
                    <a:pt x="295056" y="29713"/>
                    <a:pt x="294923" y="29875"/>
                  </a:cubicBezTo>
                  <a:lnTo>
                    <a:pt x="286883" y="40248"/>
                  </a:lnTo>
                  <a:cubicBezTo>
                    <a:pt x="286883" y="40248"/>
                    <a:pt x="284207" y="43534"/>
                    <a:pt x="284207" y="43534"/>
                  </a:cubicBezTo>
                  <a:cubicBezTo>
                    <a:pt x="284169" y="43582"/>
                    <a:pt x="284131" y="43639"/>
                    <a:pt x="284083" y="43686"/>
                  </a:cubicBezTo>
                  <a:lnTo>
                    <a:pt x="281407" y="47144"/>
                  </a:lnTo>
                  <a:cubicBezTo>
                    <a:pt x="281340" y="47220"/>
                    <a:pt x="281283" y="47306"/>
                    <a:pt x="281226" y="47392"/>
                  </a:cubicBezTo>
                  <a:lnTo>
                    <a:pt x="278540" y="51116"/>
                  </a:lnTo>
                  <a:cubicBezTo>
                    <a:pt x="278511" y="51154"/>
                    <a:pt x="278482" y="51202"/>
                    <a:pt x="278454" y="51240"/>
                  </a:cubicBezTo>
                  <a:lnTo>
                    <a:pt x="275711" y="55202"/>
                  </a:lnTo>
                  <a:cubicBezTo>
                    <a:pt x="275654" y="55297"/>
                    <a:pt x="275587" y="55383"/>
                    <a:pt x="275530" y="55488"/>
                  </a:cubicBezTo>
                  <a:lnTo>
                    <a:pt x="270100" y="64051"/>
                  </a:lnTo>
                  <a:cubicBezTo>
                    <a:pt x="270081" y="64079"/>
                    <a:pt x="270062" y="64118"/>
                    <a:pt x="270043" y="64146"/>
                  </a:cubicBezTo>
                  <a:lnTo>
                    <a:pt x="267357" y="68528"/>
                  </a:lnTo>
                  <a:cubicBezTo>
                    <a:pt x="267348" y="68547"/>
                    <a:pt x="267338" y="68566"/>
                    <a:pt x="267319" y="68585"/>
                  </a:cubicBezTo>
                  <a:lnTo>
                    <a:pt x="264585" y="73147"/>
                  </a:lnTo>
                  <a:cubicBezTo>
                    <a:pt x="264538" y="73223"/>
                    <a:pt x="264500" y="73290"/>
                    <a:pt x="264452" y="73366"/>
                  </a:cubicBezTo>
                  <a:lnTo>
                    <a:pt x="261776" y="78157"/>
                  </a:lnTo>
                  <a:cubicBezTo>
                    <a:pt x="261747" y="78196"/>
                    <a:pt x="261728" y="78234"/>
                    <a:pt x="261709" y="78272"/>
                  </a:cubicBezTo>
                  <a:lnTo>
                    <a:pt x="253632" y="93235"/>
                  </a:lnTo>
                  <a:cubicBezTo>
                    <a:pt x="253355" y="93731"/>
                    <a:pt x="250917" y="98122"/>
                    <a:pt x="250917" y="98122"/>
                  </a:cubicBezTo>
                  <a:cubicBezTo>
                    <a:pt x="250889" y="98160"/>
                    <a:pt x="250869" y="98208"/>
                    <a:pt x="250841" y="98246"/>
                  </a:cubicBezTo>
                  <a:lnTo>
                    <a:pt x="245421" y="108428"/>
                  </a:lnTo>
                  <a:cubicBezTo>
                    <a:pt x="245393" y="108485"/>
                    <a:pt x="245364" y="108542"/>
                    <a:pt x="245335" y="108609"/>
                  </a:cubicBezTo>
                  <a:lnTo>
                    <a:pt x="240001" y="119210"/>
                  </a:lnTo>
                  <a:cubicBezTo>
                    <a:pt x="239535" y="120105"/>
                    <a:pt x="235039" y="128621"/>
                    <a:pt x="234648" y="129354"/>
                  </a:cubicBezTo>
                  <a:cubicBezTo>
                    <a:pt x="234648" y="129354"/>
                    <a:pt x="231934" y="134326"/>
                    <a:pt x="231934" y="134326"/>
                  </a:cubicBezTo>
                  <a:cubicBezTo>
                    <a:pt x="231915" y="134364"/>
                    <a:pt x="231896" y="134412"/>
                    <a:pt x="231867" y="134450"/>
                  </a:cubicBezTo>
                  <a:lnTo>
                    <a:pt x="226447" y="144813"/>
                  </a:lnTo>
                  <a:cubicBezTo>
                    <a:pt x="226419" y="144861"/>
                    <a:pt x="226400" y="144918"/>
                    <a:pt x="226371" y="144966"/>
                  </a:cubicBezTo>
                  <a:lnTo>
                    <a:pt x="223685" y="150357"/>
                  </a:lnTo>
                  <a:cubicBezTo>
                    <a:pt x="223676" y="150366"/>
                    <a:pt x="223676" y="150385"/>
                    <a:pt x="223666" y="150405"/>
                  </a:cubicBezTo>
                  <a:cubicBezTo>
                    <a:pt x="223666" y="150405"/>
                    <a:pt x="221161" y="155510"/>
                    <a:pt x="220990" y="155862"/>
                  </a:cubicBezTo>
                  <a:cubicBezTo>
                    <a:pt x="220990" y="155862"/>
                    <a:pt x="218265" y="161368"/>
                    <a:pt x="218265" y="161368"/>
                  </a:cubicBezTo>
                  <a:cubicBezTo>
                    <a:pt x="218246" y="161406"/>
                    <a:pt x="218227" y="161444"/>
                    <a:pt x="218208" y="161473"/>
                  </a:cubicBezTo>
                  <a:lnTo>
                    <a:pt x="212789" y="172807"/>
                  </a:lnTo>
                  <a:cubicBezTo>
                    <a:pt x="212779" y="172826"/>
                    <a:pt x="212769" y="172836"/>
                    <a:pt x="212760" y="172855"/>
                  </a:cubicBezTo>
                  <a:lnTo>
                    <a:pt x="210112" y="178503"/>
                  </a:lnTo>
                  <a:cubicBezTo>
                    <a:pt x="210112" y="178503"/>
                    <a:pt x="207416" y="183980"/>
                    <a:pt x="207416" y="183980"/>
                  </a:cubicBezTo>
                  <a:cubicBezTo>
                    <a:pt x="207416" y="183980"/>
                    <a:pt x="204759" y="189276"/>
                    <a:pt x="204759" y="189276"/>
                  </a:cubicBezTo>
                  <a:cubicBezTo>
                    <a:pt x="204759" y="189276"/>
                    <a:pt x="199339" y="200001"/>
                    <a:pt x="199339" y="200001"/>
                  </a:cubicBezTo>
                  <a:cubicBezTo>
                    <a:pt x="199320" y="200049"/>
                    <a:pt x="199292" y="200096"/>
                    <a:pt x="199273" y="200144"/>
                  </a:cubicBezTo>
                  <a:cubicBezTo>
                    <a:pt x="199273" y="200144"/>
                    <a:pt x="196787" y="205316"/>
                    <a:pt x="196596" y="205697"/>
                  </a:cubicBezTo>
                  <a:cubicBezTo>
                    <a:pt x="196596" y="205697"/>
                    <a:pt x="191738" y="215651"/>
                    <a:pt x="191233" y="216679"/>
                  </a:cubicBezTo>
                  <a:cubicBezTo>
                    <a:pt x="191233" y="216679"/>
                    <a:pt x="188538" y="221899"/>
                    <a:pt x="188538" y="221899"/>
                  </a:cubicBezTo>
                  <a:cubicBezTo>
                    <a:pt x="188528" y="221909"/>
                    <a:pt x="188519" y="221918"/>
                    <a:pt x="188519" y="221937"/>
                  </a:cubicBezTo>
                  <a:lnTo>
                    <a:pt x="185861" y="227119"/>
                  </a:lnTo>
                  <a:cubicBezTo>
                    <a:pt x="185861" y="227119"/>
                    <a:pt x="183156" y="232224"/>
                    <a:pt x="183156" y="232224"/>
                  </a:cubicBezTo>
                  <a:cubicBezTo>
                    <a:pt x="183147" y="232234"/>
                    <a:pt x="183137" y="232243"/>
                    <a:pt x="183137" y="232262"/>
                  </a:cubicBezTo>
                  <a:cubicBezTo>
                    <a:pt x="183137" y="232262"/>
                    <a:pt x="180623" y="237044"/>
                    <a:pt x="180461" y="237358"/>
                  </a:cubicBezTo>
                  <a:cubicBezTo>
                    <a:pt x="180461" y="237358"/>
                    <a:pt x="175050" y="247560"/>
                    <a:pt x="175050" y="247560"/>
                  </a:cubicBezTo>
                  <a:cubicBezTo>
                    <a:pt x="175031" y="247598"/>
                    <a:pt x="175012" y="247636"/>
                    <a:pt x="174993" y="247674"/>
                  </a:cubicBezTo>
                  <a:lnTo>
                    <a:pt x="172326" y="252884"/>
                  </a:lnTo>
                  <a:cubicBezTo>
                    <a:pt x="172326" y="252884"/>
                    <a:pt x="167383" y="262295"/>
                    <a:pt x="166954" y="263104"/>
                  </a:cubicBezTo>
                  <a:cubicBezTo>
                    <a:pt x="166954" y="263104"/>
                    <a:pt x="161963" y="272258"/>
                    <a:pt x="161592" y="272953"/>
                  </a:cubicBezTo>
                  <a:cubicBezTo>
                    <a:pt x="161592" y="272953"/>
                    <a:pt x="158953" y="277649"/>
                    <a:pt x="158953" y="277649"/>
                  </a:cubicBezTo>
                  <a:cubicBezTo>
                    <a:pt x="158667" y="278144"/>
                    <a:pt x="156248" y="282345"/>
                    <a:pt x="156248" y="282345"/>
                  </a:cubicBezTo>
                  <a:cubicBezTo>
                    <a:pt x="156239" y="282354"/>
                    <a:pt x="156229" y="282373"/>
                    <a:pt x="156229" y="282383"/>
                  </a:cubicBezTo>
                  <a:lnTo>
                    <a:pt x="153600" y="286984"/>
                  </a:lnTo>
                  <a:cubicBezTo>
                    <a:pt x="153048" y="287888"/>
                    <a:pt x="148771" y="294937"/>
                    <a:pt x="148276" y="295746"/>
                  </a:cubicBezTo>
                  <a:cubicBezTo>
                    <a:pt x="148276" y="295746"/>
                    <a:pt x="142923" y="304167"/>
                    <a:pt x="142923" y="304167"/>
                  </a:cubicBezTo>
                  <a:cubicBezTo>
                    <a:pt x="142923" y="304167"/>
                    <a:pt x="140294" y="308234"/>
                    <a:pt x="140294" y="308234"/>
                  </a:cubicBezTo>
                  <a:cubicBezTo>
                    <a:pt x="140294" y="308234"/>
                    <a:pt x="137589" y="312282"/>
                    <a:pt x="137589" y="312282"/>
                  </a:cubicBezTo>
                  <a:cubicBezTo>
                    <a:pt x="137570" y="312301"/>
                    <a:pt x="137551" y="312330"/>
                    <a:pt x="137541" y="312349"/>
                  </a:cubicBezTo>
                  <a:lnTo>
                    <a:pt x="134884" y="316406"/>
                  </a:lnTo>
                  <a:cubicBezTo>
                    <a:pt x="134884" y="316406"/>
                    <a:pt x="129540" y="324350"/>
                    <a:pt x="129540" y="324350"/>
                  </a:cubicBezTo>
                  <a:cubicBezTo>
                    <a:pt x="129540" y="324350"/>
                    <a:pt x="126873" y="328160"/>
                    <a:pt x="126873" y="328160"/>
                  </a:cubicBezTo>
                  <a:cubicBezTo>
                    <a:pt x="126873" y="328160"/>
                    <a:pt x="124282" y="331770"/>
                    <a:pt x="124282" y="331770"/>
                  </a:cubicBezTo>
                  <a:cubicBezTo>
                    <a:pt x="124282" y="331770"/>
                    <a:pt x="121710" y="335161"/>
                    <a:pt x="121710" y="335161"/>
                  </a:cubicBezTo>
                  <a:cubicBezTo>
                    <a:pt x="121710" y="335161"/>
                    <a:pt x="116405" y="341886"/>
                    <a:pt x="116405" y="341886"/>
                  </a:cubicBezTo>
                  <a:cubicBezTo>
                    <a:pt x="116405" y="341886"/>
                    <a:pt x="111090" y="348286"/>
                    <a:pt x="111090" y="348286"/>
                  </a:cubicBezTo>
                  <a:cubicBezTo>
                    <a:pt x="111090" y="348286"/>
                    <a:pt x="108433" y="351363"/>
                    <a:pt x="108433" y="351363"/>
                  </a:cubicBezTo>
                  <a:cubicBezTo>
                    <a:pt x="108433" y="351363"/>
                    <a:pt x="105851" y="354297"/>
                    <a:pt x="105851" y="354297"/>
                  </a:cubicBezTo>
                  <a:cubicBezTo>
                    <a:pt x="105851" y="354297"/>
                    <a:pt x="100498" y="360069"/>
                    <a:pt x="100498" y="360069"/>
                  </a:cubicBezTo>
                  <a:cubicBezTo>
                    <a:pt x="100470" y="360097"/>
                    <a:pt x="100441" y="360136"/>
                    <a:pt x="100403" y="360174"/>
                  </a:cubicBezTo>
                  <a:lnTo>
                    <a:pt x="97765" y="363126"/>
                  </a:lnTo>
                  <a:cubicBezTo>
                    <a:pt x="97765" y="363126"/>
                    <a:pt x="92478" y="368860"/>
                    <a:pt x="92478" y="368860"/>
                  </a:cubicBezTo>
                  <a:cubicBezTo>
                    <a:pt x="92478" y="368860"/>
                    <a:pt x="89945" y="371423"/>
                    <a:pt x="89945" y="371423"/>
                  </a:cubicBezTo>
                  <a:cubicBezTo>
                    <a:pt x="89945" y="371423"/>
                    <a:pt x="87525" y="373709"/>
                    <a:pt x="87525" y="373709"/>
                  </a:cubicBezTo>
                  <a:cubicBezTo>
                    <a:pt x="87525" y="373709"/>
                    <a:pt x="82344" y="378109"/>
                    <a:pt x="82344" y="378109"/>
                  </a:cubicBezTo>
                  <a:cubicBezTo>
                    <a:pt x="82344" y="378109"/>
                    <a:pt x="79800" y="380167"/>
                    <a:pt x="79800" y="380167"/>
                  </a:cubicBezTo>
                  <a:cubicBezTo>
                    <a:pt x="79800" y="380167"/>
                    <a:pt x="74876" y="384005"/>
                    <a:pt x="74457" y="384339"/>
                  </a:cubicBezTo>
                  <a:cubicBezTo>
                    <a:pt x="73962" y="384720"/>
                    <a:pt x="67304" y="389825"/>
                    <a:pt x="66418" y="390501"/>
                  </a:cubicBezTo>
                  <a:cubicBezTo>
                    <a:pt x="66418" y="390501"/>
                    <a:pt x="63951" y="392282"/>
                    <a:pt x="63951" y="392282"/>
                  </a:cubicBezTo>
                  <a:cubicBezTo>
                    <a:pt x="63951" y="392282"/>
                    <a:pt x="61503" y="393921"/>
                    <a:pt x="61503" y="393921"/>
                  </a:cubicBezTo>
                  <a:cubicBezTo>
                    <a:pt x="61503" y="393921"/>
                    <a:pt x="58941" y="395521"/>
                    <a:pt x="58941" y="395521"/>
                  </a:cubicBezTo>
                  <a:cubicBezTo>
                    <a:pt x="58941" y="395521"/>
                    <a:pt x="56369" y="397054"/>
                    <a:pt x="56369" y="397054"/>
                  </a:cubicBezTo>
                  <a:cubicBezTo>
                    <a:pt x="56369" y="397054"/>
                    <a:pt x="51073" y="400121"/>
                    <a:pt x="51073" y="400121"/>
                  </a:cubicBezTo>
                  <a:cubicBezTo>
                    <a:pt x="51073" y="400121"/>
                    <a:pt x="48435" y="401579"/>
                    <a:pt x="48435" y="401579"/>
                  </a:cubicBezTo>
                  <a:cubicBezTo>
                    <a:pt x="48435" y="401579"/>
                    <a:pt x="43263" y="404379"/>
                    <a:pt x="43263" y="404379"/>
                  </a:cubicBezTo>
                  <a:cubicBezTo>
                    <a:pt x="43263" y="404379"/>
                    <a:pt x="40757" y="405598"/>
                    <a:pt x="40757" y="405598"/>
                  </a:cubicBezTo>
                  <a:cubicBezTo>
                    <a:pt x="40757" y="405598"/>
                    <a:pt x="38271" y="406751"/>
                    <a:pt x="38271" y="406751"/>
                  </a:cubicBezTo>
                  <a:cubicBezTo>
                    <a:pt x="38271" y="406751"/>
                    <a:pt x="33052" y="408970"/>
                    <a:pt x="33052" y="408970"/>
                  </a:cubicBezTo>
                  <a:cubicBezTo>
                    <a:pt x="33052" y="408970"/>
                    <a:pt x="27832" y="411056"/>
                    <a:pt x="27832" y="411056"/>
                  </a:cubicBezTo>
                  <a:cubicBezTo>
                    <a:pt x="27832" y="411056"/>
                    <a:pt x="22660" y="412942"/>
                    <a:pt x="22660" y="412942"/>
                  </a:cubicBezTo>
                  <a:cubicBezTo>
                    <a:pt x="22660" y="412942"/>
                    <a:pt x="20193" y="413752"/>
                    <a:pt x="20193" y="413752"/>
                  </a:cubicBezTo>
                  <a:cubicBezTo>
                    <a:pt x="19593" y="413933"/>
                    <a:pt x="15516" y="415180"/>
                    <a:pt x="14916" y="415361"/>
                  </a:cubicBezTo>
                  <a:cubicBezTo>
                    <a:pt x="14916" y="415361"/>
                    <a:pt x="12297" y="416114"/>
                    <a:pt x="12297" y="416114"/>
                  </a:cubicBezTo>
                  <a:cubicBezTo>
                    <a:pt x="12297" y="416114"/>
                    <a:pt x="0" y="419638"/>
                    <a:pt x="0" y="419638"/>
                  </a:cubicBezTo>
                  <a:cubicBezTo>
                    <a:pt x="0" y="419638"/>
                    <a:pt x="0" y="436250"/>
                    <a:pt x="0" y="436250"/>
                  </a:cubicBezTo>
                  <a:close/>
                </a:path>
              </a:pathLst>
            </a:cu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DFCF8A6F-830F-89B1-BEBA-FF780EB8D42F}"/>
                </a:ext>
              </a:extLst>
            </p:cNvPr>
            <p:cNvSpPr/>
            <p:nvPr/>
          </p:nvSpPr>
          <p:spPr>
            <a:xfrm>
              <a:off x="6220767" y="742635"/>
              <a:ext cx="695353" cy="16583"/>
            </a:xfrm>
            <a:prstGeom prst="rect">
              <a:avLst/>
            </a:prstGeom>
            <a:grpFill/>
            <a:ln w="12700" cap="flat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</p:grp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563F643B-9164-2396-74FE-4B0DA51986DA}"/>
              </a:ext>
            </a:extLst>
          </p:cNvPr>
          <p:cNvCxnSpPr>
            <a:cxnSpLocks/>
            <a:endCxn id="56" idx="72"/>
          </p:cNvCxnSpPr>
          <p:nvPr/>
        </p:nvCxnSpPr>
        <p:spPr>
          <a:xfrm>
            <a:off x="7604660" y="3424652"/>
            <a:ext cx="397128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6878D6F1-0842-B513-C716-8FA3A89AF31E}"/>
              </a:ext>
            </a:extLst>
          </p:cNvPr>
          <p:cNvCxnSpPr>
            <a:cxnSpLocks/>
          </p:cNvCxnSpPr>
          <p:nvPr/>
        </p:nvCxnSpPr>
        <p:spPr>
          <a:xfrm>
            <a:off x="7572061" y="3983684"/>
            <a:ext cx="401323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3BDA7690-29FF-363C-B34C-E29BB50221CA}"/>
              </a:ext>
            </a:extLst>
          </p:cNvPr>
          <p:cNvCxnSpPr>
            <a:cxnSpLocks/>
          </p:cNvCxnSpPr>
          <p:nvPr/>
        </p:nvCxnSpPr>
        <p:spPr>
          <a:xfrm>
            <a:off x="8250912" y="1403482"/>
            <a:ext cx="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46EFB0A0-65A2-3A53-BE0A-FE87D081C944}"/>
              </a:ext>
            </a:extLst>
          </p:cNvPr>
          <p:cNvCxnSpPr>
            <a:cxnSpLocks/>
            <a:endCxn id="18" idx="221"/>
          </p:cNvCxnSpPr>
          <p:nvPr/>
        </p:nvCxnSpPr>
        <p:spPr>
          <a:xfrm flipH="1" flipV="1">
            <a:off x="8126901" y="1292990"/>
            <a:ext cx="3960" cy="269069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E470579B-672B-F912-AAE8-956C0CDD5330}"/>
                  </a:ext>
                </a:extLst>
              </p:cNvPr>
              <p:cNvSpPr txBox="1"/>
              <p:nvPr/>
            </p:nvSpPr>
            <p:spPr>
              <a:xfrm>
                <a:off x="8397215" y="805243"/>
                <a:ext cx="1493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E470579B-672B-F912-AAE8-956C0CDD5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15" y="805243"/>
                <a:ext cx="1493166" cy="276999"/>
              </a:xfrm>
              <a:prstGeom prst="rect">
                <a:avLst/>
              </a:prstGeom>
              <a:blipFill>
                <a:blip r:embed="rId5"/>
                <a:stretch>
                  <a:fillRect l="-2041" t="-2174" r="-5714" b="-3260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CuadroTexto 144">
            <a:extLst>
              <a:ext uri="{FF2B5EF4-FFF2-40B4-BE49-F238E27FC236}">
                <a16:creationId xmlns:a16="http://schemas.microsoft.com/office/drawing/2014/main" id="{4CCEFBAB-E2A5-DA5B-DC1A-EAB3472E8D3B}"/>
              </a:ext>
            </a:extLst>
          </p:cNvPr>
          <p:cNvSpPr txBox="1"/>
          <p:nvPr/>
        </p:nvSpPr>
        <p:spPr>
          <a:xfrm>
            <a:off x="9901681" y="833480"/>
            <a:ext cx="2063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 err="1"/>
              <a:t>Controls</a:t>
            </a:r>
            <a:r>
              <a:rPr lang="es-ES" sz="1600" dirty="0"/>
              <a:t> </a:t>
            </a:r>
            <a:r>
              <a:rPr lang="es-ES" sz="1600" dirty="0" err="1"/>
              <a:t>how</a:t>
            </a:r>
            <a:r>
              <a:rPr lang="es-ES" sz="1600" dirty="0"/>
              <a:t> intense </a:t>
            </a:r>
          </a:p>
          <a:p>
            <a:pPr algn="just"/>
            <a:r>
              <a:rPr lang="es-ES" sz="1600" u="sng" dirty="0" err="1"/>
              <a:t>is</a:t>
            </a:r>
            <a:r>
              <a:rPr lang="es-ES" sz="1600" u="sng" dirty="0"/>
              <a:t> </a:t>
            </a:r>
            <a:r>
              <a:rPr lang="es-ES" sz="1600" u="sng" dirty="0" err="1"/>
              <a:t>the</a:t>
            </a:r>
            <a:r>
              <a:rPr lang="es-ES" sz="1600" u="sng" dirty="0"/>
              <a:t> </a:t>
            </a:r>
            <a:r>
              <a:rPr lang="es-ES" sz="1600" u="sng" dirty="0" err="1"/>
              <a:t>aggregation</a:t>
            </a:r>
            <a:endParaRPr lang="es-ES" sz="1600" u="sng" dirty="0"/>
          </a:p>
        </p:txBody>
      </p:sp>
      <p:sp>
        <p:nvSpPr>
          <p:cNvPr id="154" name="Rectángulo 153">
            <a:extLst>
              <a:ext uri="{FF2B5EF4-FFF2-40B4-BE49-F238E27FC236}">
                <a16:creationId xmlns:a16="http://schemas.microsoft.com/office/drawing/2014/main" id="{6907E0CB-13F7-0E8D-65A7-2C24677E55FC}"/>
              </a:ext>
            </a:extLst>
          </p:cNvPr>
          <p:cNvSpPr/>
          <p:nvPr/>
        </p:nvSpPr>
        <p:spPr>
          <a:xfrm>
            <a:off x="2692854" y="2352538"/>
            <a:ext cx="2225587" cy="1961662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F49AB1B0-5BEE-D453-DF55-116312642994}"/>
              </a:ext>
            </a:extLst>
          </p:cNvPr>
          <p:cNvCxnSpPr>
            <a:cxnSpLocks/>
          </p:cNvCxnSpPr>
          <p:nvPr/>
        </p:nvCxnSpPr>
        <p:spPr>
          <a:xfrm flipV="1">
            <a:off x="1706878" y="2352538"/>
            <a:ext cx="985976" cy="234996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ector recto 158">
            <a:extLst>
              <a:ext uri="{FF2B5EF4-FFF2-40B4-BE49-F238E27FC236}">
                <a16:creationId xmlns:a16="http://schemas.microsoft.com/office/drawing/2014/main" id="{D10BCAA5-38CB-76E4-5950-F0F276676316}"/>
              </a:ext>
            </a:extLst>
          </p:cNvPr>
          <p:cNvCxnSpPr>
            <a:cxnSpLocks/>
          </p:cNvCxnSpPr>
          <p:nvPr/>
        </p:nvCxnSpPr>
        <p:spPr>
          <a:xfrm flipV="1">
            <a:off x="2229119" y="4314199"/>
            <a:ext cx="2665384" cy="8513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Elipse 160">
            <a:extLst>
              <a:ext uri="{FF2B5EF4-FFF2-40B4-BE49-F238E27FC236}">
                <a16:creationId xmlns:a16="http://schemas.microsoft.com/office/drawing/2014/main" id="{B1DCB6B5-7492-7D80-C686-DE843A8EE667}"/>
              </a:ext>
            </a:extLst>
          </p:cNvPr>
          <p:cNvSpPr/>
          <p:nvPr/>
        </p:nvSpPr>
        <p:spPr>
          <a:xfrm>
            <a:off x="3124931" y="2913710"/>
            <a:ext cx="914400" cy="9144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713093E1-7EAC-E8BD-A80A-60D6E0B7AAAB}"/>
              </a:ext>
            </a:extLst>
          </p:cNvPr>
          <p:cNvCxnSpPr>
            <a:endCxn id="161" idx="7"/>
          </p:cNvCxnSpPr>
          <p:nvPr/>
        </p:nvCxnSpPr>
        <p:spPr>
          <a:xfrm flipV="1">
            <a:off x="3587115" y="3047621"/>
            <a:ext cx="318305" cy="30614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CuadroTexto 164">
                <a:extLst>
                  <a:ext uri="{FF2B5EF4-FFF2-40B4-BE49-F238E27FC236}">
                    <a16:creationId xmlns:a16="http://schemas.microsoft.com/office/drawing/2014/main" id="{1AAF522B-4EFB-5C2E-8518-1CED8A555E2F}"/>
                  </a:ext>
                </a:extLst>
              </p:cNvPr>
              <p:cNvSpPr txBox="1"/>
              <p:nvPr/>
            </p:nvSpPr>
            <p:spPr>
              <a:xfrm>
                <a:off x="3746267" y="3132418"/>
                <a:ext cx="2169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65" name="CuadroTexto 164">
                <a:extLst>
                  <a:ext uri="{FF2B5EF4-FFF2-40B4-BE49-F238E27FC236}">
                    <a16:creationId xmlns:a16="http://schemas.microsoft.com/office/drawing/2014/main" id="{1AAF522B-4EFB-5C2E-8518-1CED8A555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267" y="3132418"/>
                <a:ext cx="216982" cy="276999"/>
              </a:xfrm>
              <a:prstGeom prst="rect">
                <a:avLst/>
              </a:prstGeom>
              <a:blipFill>
                <a:blip r:embed="rId6"/>
                <a:stretch>
                  <a:fillRect l="-17143" r="-5714" b="-1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797F1BF7-CB62-4E29-33FE-4AE3624BA3FD}"/>
                  </a:ext>
                </a:extLst>
              </p:cNvPr>
              <p:cNvSpPr txBox="1"/>
              <p:nvPr/>
            </p:nvSpPr>
            <p:spPr>
              <a:xfrm>
                <a:off x="3247693" y="2631782"/>
                <a:ext cx="2655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797F1BF7-CB62-4E29-33FE-4AE3624BA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693" y="2631782"/>
                <a:ext cx="265522" cy="276999"/>
              </a:xfrm>
              <a:prstGeom prst="rect">
                <a:avLst/>
              </a:prstGeom>
              <a:blipFill>
                <a:blip r:embed="rId7"/>
                <a:stretch>
                  <a:fillRect l="-23256" r="-4651" b="-2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Arco 167">
            <a:extLst>
              <a:ext uri="{FF2B5EF4-FFF2-40B4-BE49-F238E27FC236}">
                <a16:creationId xmlns:a16="http://schemas.microsoft.com/office/drawing/2014/main" id="{2337E92C-80CA-F8F4-311B-984879AA26DB}"/>
              </a:ext>
            </a:extLst>
          </p:cNvPr>
          <p:cNvSpPr/>
          <p:nvPr/>
        </p:nvSpPr>
        <p:spPr>
          <a:xfrm rot="13500000">
            <a:off x="3512743" y="3099057"/>
            <a:ext cx="276711" cy="283162"/>
          </a:xfrm>
          <a:prstGeom prst="arc">
            <a:avLst>
              <a:gd name="adj1" fmla="val 15360730"/>
              <a:gd name="adj2" fmla="val 0"/>
            </a:avLst>
          </a:prstGeom>
          <a:ln cap="rnd">
            <a:solidFill>
              <a:srgbClr val="00B0F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CuadroTexto 168">
                <a:extLst>
                  <a:ext uri="{FF2B5EF4-FFF2-40B4-BE49-F238E27FC236}">
                    <a16:creationId xmlns:a16="http://schemas.microsoft.com/office/drawing/2014/main" id="{87D1B2F2-CFA3-6A57-12A1-438F1C613FE1}"/>
                  </a:ext>
                </a:extLst>
              </p:cNvPr>
              <p:cNvSpPr txBox="1"/>
              <p:nvPr/>
            </p:nvSpPr>
            <p:spPr>
              <a:xfrm>
                <a:off x="1266849" y="1269348"/>
                <a:ext cx="11522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69" name="CuadroTexto 168">
                <a:extLst>
                  <a:ext uri="{FF2B5EF4-FFF2-40B4-BE49-F238E27FC236}">
                    <a16:creationId xmlns:a16="http://schemas.microsoft.com/office/drawing/2014/main" id="{87D1B2F2-CFA3-6A57-12A1-438F1C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849" y="1269348"/>
                <a:ext cx="1152239" cy="307777"/>
              </a:xfrm>
              <a:prstGeom prst="rect">
                <a:avLst/>
              </a:prstGeom>
              <a:blipFill>
                <a:blip r:embed="rId8"/>
                <a:stretch>
                  <a:fillRect l="-5291" r="-4233"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CuadroTexto 169">
            <a:extLst>
              <a:ext uri="{FF2B5EF4-FFF2-40B4-BE49-F238E27FC236}">
                <a16:creationId xmlns:a16="http://schemas.microsoft.com/office/drawing/2014/main" id="{05B5990E-8D1C-41D6-0AF6-8FDDB22E987A}"/>
              </a:ext>
            </a:extLst>
          </p:cNvPr>
          <p:cNvSpPr txBox="1"/>
          <p:nvPr/>
        </p:nvSpPr>
        <p:spPr>
          <a:xfrm>
            <a:off x="770507" y="269979"/>
            <a:ext cx="4690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 err="1"/>
              <a:t>Building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network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415062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o 42">
            <a:extLst>
              <a:ext uri="{FF2B5EF4-FFF2-40B4-BE49-F238E27FC236}">
                <a16:creationId xmlns:a16="http://schemas.microsoft.com/office/drawing/2014/main" id="{072541D5-6507-BC4F-26AA-D429085D7DBB}"/>
              </a:ext>
            </a:extLst>
          </p:cNvPr>
          <p:cNvGrpSpPr/>
          <p:nvPr/>
        </p:nvGrpSpPr>
        <p:grpSpPr>
          <a:xfrm>
            <a:off x="0" y="2123919"/>
            <a:ext cx="7639928" cy="4046065"/>
            <a:chOff x="219282" y="228326"/>
            <a:chExt cx="9267808" cy="490818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AE1FC82F-5300-573F-115D-619080A6684C}"/>
                </a:ext>
              </a:extLst>
            </p:cNvPr>
            <p:cNvGrpSpPr/>
            <p:nvPr/>
          </p:nvGrpSpPr>
          <p:grpSpPr>
            <a:xfrm>
              <a:off x="219283" y="272126"/>
              <a:ext cx="4657725" cy="2752725"/>
              <a:chOff x="4776385" y="1735719"/>
              <a:chExt cx="4657725" cy="2752725"/>
            </a:xfrm>
          </p:grpSpPr>
          <p:pic>
            <p:nvPicPr>
              <p:cNvPr id="26" name="Imagen 25">
                <a:extLst>
                  <a:ext uri="{FF2B5EF4-FFF2-40B4-BE49-F238E27FC236}">
                    <a16:creationId xmlns:a16="http://schemas.microsoft.com/office/drawing/2014/main" id="{2834E88E-00A9-4F68-6731-207FF6B1B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76385" y="1735719"/>
                <a:ext cx="4657725" cy="2752725"/>
              </a:xfrm>
              <a:prstGeom prst="rect">
                <a:avLst/>
              </a:prstGeom>
            </p:spPr>
          </p:pic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68431C6E-8004-AC62-1089-B76366671606}"/>
                  </a:ext>
                </a:extLst>
              </p:cNvPr>
              <p:cNvSpPr/>
              <p:nvPr/>
            </p:nvSpPr>
            <p:spPr>
              <a:xfrm>
                <a:off x="5924550" y="3741420"/>
                <a:ext cx="3509559" cy="7017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24A5AFE2-F080-D822-D651-AFB52159A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282" y="2370425"/>
              <a:ext cx="4657725" cy="2752725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A28342A1-25DE-1611-69D8-D666E971BE9D}"/>
                </a:ext>
              </a:extLst>
            </p:cNvPr>
            <p:cNvGrpSpPr/>
            <p:nvPr/>
          </p:nvGrpSpPr>
          <p:grpSpPr>
            <a:xfrm>
              <a:off x="4593876" y="228326"/>
              <a:ext cx="4893214" cy="2891899"/>
              <a:chOff x="4354262" y="596189"/>
              <a:chExt cx="4657725" cy="2752725"/>
            </a:xfrm>
          </p:grpSpPr>
          <p:pic>
            <p:nvPicPr>
              <p:cNvPr id="28" name="Imagen 27">
                <a:extLst>
                  <a:ext uri="{FF2B5EF4-FFF2-40B4-BE49-F238E27FC236}">
                    <a16:creationId xmlns:a16="http://schemas.microsoft.com/office/drawing/2014/main" id="{BDBA9EFD-B2A3-69DC-873E-551CC3DEA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4262" y="596189"/>
                <a:ext cx="4657725" cy="2752725"/>
              </a:xfrm>
              <a:prstGeom prst="rect">
                <a:avLst/>
              </a:prstGeom>
            </p:spPr>
          </p:pic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9411A6B5-8621-6043-DE2B-3B45494A45E9}"/>
                  </a:ext>
                </a:extLst>
              </p:cNvPr>
              <p:cNvSpPr/>
              <p:nvPr/>
            </p:nvSpPr>
            <p:spPr>
              <a:xfrm>
                <a:off x="5334000" y="2609088"/>
                <a:ext cx="3633216" cy="6461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96285DC4-1F8C-3B67-3772-52751CE41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29365" y="2383783"/>
              <a:ext cx="4657725" cy="2752725"/>
            </a:xfrm>
            <a:prstGeom prst="rect">
              <a:avLst/>
            </a:prstGeom>
          </p:spPr>
        </p:pic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9891AEAA-6CF0-9EC3-020D-F5CD1605A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802" y="2282491"/>
            <a:ext cx="4499105" cy="372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7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22D7F44-F9D0-8AA0-166A-5D1B2947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675" y="529572"/>
            <a:ext cx="4229101" cy="28994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86FF6E0-79C8-37D4-2276-53F5F763B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550" y="619125"/>
            <a:ext cx="6572250" cy="561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C55FFD-115B-E337-CC75-2A765B531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0800" y="3339449"/>
            <a:ext cx="4229100" cy="2899426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F01859F-B901-F89F-015D-7EAFF09A2D51}"/>
              </a:ext>
            </a:extLst>
          </p:cNvPr>
          <p:cNvCxnSpPr/>
          <p:nvPr/>
        </p:nvCxnSpPr>
        <p:spPr>
          <a:xfrm>
            <a:off x="2048933" y="5037667"/>
            <a:ext cx="0" cy="372533"/>
          </a:xfrm>
          <a:prstGeom prst="line">
            <a:avLst/>
          </a:prstGeom>
          <a:ln w="38100" cap="rnd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09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970A-14E0-63E5-F668-01FBD576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9DB5FFC-8367-2A97-177D-CB3D5FFA0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550" y="619125"/>
            <a:ext cx="6572250" cy="561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EB6EAD-BE9D-65BD-1376-9AE68F952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4350" y="3105958"/>
            <a:ext cx="4229100" cy="289942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1ACAB45-ACFA-59BE-53DD-8A8A76F66A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7676" y="529572"/>
            <a:ext cx="4229100" cy="28994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336DF8-7721-934B-234F-CF078B09E3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0800" y="3341884"/>
            <a:ext cx="4229100" cy="2894556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272253D-339C-CDA0-D5DF-CDD578A9FBB6}"/>
              </a:ext>
            </a:extLst>
          </p:cNvPr>
          <p:cNvCxnSpPr>
            <a:cxnSpLocks/>
          </p:cNvCxnSpPr>
          <p:nvPr/>
        </p:nvCxnSpPr>
        <p:spPr>
          <a:xfrm>
            <a:off x="2700686" y="3715966"/>
            <a:ext cx="0" cy="1655323"/>
          </a:xfrm>
          <a:prstGeom prst="line">
            <a:avLst/>
          </a:prstGeom>
          <a:ln w="38100" cap="rnd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77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DF15-CC69-F7EA-952B-C1A1AF2B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B0C8DE-2332-E0B5-D9B7-73ED239C4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550" y="619125"/>
            <a:ext cx="6572250" cy="561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CE62423-6DD5-BC1A-14FF-552C13786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4350" y="3105958"/>
            <a:ext cx="4229100" cy="289942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5A50D72-B3FD-D989-7884-CE9066129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7676" y="529572"/>
            <a:ext cx="4229100" cy="28994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6E0371A-9A90-1A89-8F85-368998D653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4352" y="3341884"/>
            <a:ext cx="4221995" cy="2894556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631D4A74-870D-CDA5-06C7-7CA371812F72}"/>
              </a:ext>
            </a:extLst>
          </p:cNvPr>
          <p:cNvCxnSpPr>
            <a:cxnSpLocks/>
          </p:cNvCxnSpPr>
          <p:nvPr/>
        </p:nvCxnSpPr>
        <p:spPr>
          <a:xfrm>
            <a:off x="4266840" y="787940"/>
            <a:ext cx="0" cy="4583349"/>
          </a:xfrm>
          <a:prstGeom prst="line">
            <a:avLst/>
          </a:prstGeom>
          <a:ln w="38100" cap="rnd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88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0DD0-FCD1-1068-B694-B6FA4C5F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EBD1487-449C-5D2C-CDEE-229D87EFB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550" y="619125"/>
            <a:ext cx="6572250" cy="561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683C0E9-FA70-99C3-34AA-BDCCA38E0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4350" y="3105958"/>
            <a:ext cx="4229099" cy="289942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2A0B76B-8A5B-0E78-BAC2-B5A8DD1B4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8183" y="529572"/>
            <a:ext cx="4228085" cy="28994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3DB123-E4F5-DCA1-9A20-FD77AF7C76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0801" y="3341884"/>
            <a:ext cx="4229098" cy="2894556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97D3779-0062-9013-7965-711298CF42CB}"/>
              </a:ext>
            </a:extLst>
          </p:cNvPr>
          <p:cNvCxnSpPr>
            <a:cxnSpLocks/>
          </p:cNvCxnSpPr>
          <p:nvPr/>
        </p:nvCxnSpPr>
        <p:spPr>
          <a:xfrm>
            <a:off x="6270738" y="770509"/>
            <a:ext cx="0" cy="4670898"/>
          </a:xfrm>
          <a:prstGeom prst="line">
            <a:avLst/>
          </a:prstGeom>
          <a:ln w="38100" cap="rnd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8808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30</Words>
  <Application>Microsoft Office PowerPoint</Application>
  <PresentationFormat>Panorámica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 GABARRÚS ORDÓÑEZ</dc:creator>
  <cp:lastModifiedBy>ANDER GABARRÚS ORDÓÑEZ</cp:lastModifiedBy>
  <cp:revision>3</cp:revision>
  <dcterms:created xsi:type="dcterms:W3CDTF">2026-06-02T21:21:16Z</dcterms:created>
  <dcterms:modified xsi:type="dcterms:W3CDTF">2026-06-03T21:18:43Z</dcterms:modified>
</cp:coreProperties>
</file>